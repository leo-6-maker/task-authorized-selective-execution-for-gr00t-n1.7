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a5fb014e894fd5" /><Relationship Type="http://schemas.openxmlformats.org/officeDocument/2006/relationships/extended-properties" Target="/docProps/app.xml" Id="R1ddf92fde8484cdf" /><Relationship Type="http://schemas.openxmlformats.org/officeDocument/2006/relationships/officeDocument" Target="/ppt/presentation.xml" Id="R0f8c86d0b08246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91693ac31c4a86"/>
  </p:sldMasterIdLst>
  <p:notesMasterIdLst>
    <p:notesMasterId xmlns:r="http://schemas.openxmlformats.org/officeDocument/2006/relationships" r:id="Rd5cf2411267f46dc"/>
  </p:notesMasterIdLst>
  <p:sldIdLst>
    <p:sldId xmlns:r="http://schemas.openxmlformats.org/officeDocument/2006/relationships" id="256" r:id="R4d86bfd63f8742fa"/>
    <p:sldId xmlns:r="http://schemas.openxmlformats.org/officeDocument/2006/relationships" id="257" r:id="R1be12a2487ec47ff"/>
    <p:sldId xmlns:r="http://schemas.openxmlformats.org/officeDocument/2006/relationships" id="258" r:id="R2e2ac9c93f2348a2"/>
    <p:sldId xmlns:r="http://schemas.openxmlformats.org/officeDocument/2006/relationships" id="259" r:id="Re6a832bb5a114ee4"/>
    <p:sldId xmlns:r="http://schemas.openxmlformats.org/officeDocument/2006/relationships" id="260" r:id="Rb12a1ee37ba64043"/>
    <p:sldId xmlns:r="http://schemas.openxmlformats.org/officeDocument/2006/relationships" id="261" r:id="Ra35e1f9b9f324921"/>
    <p:sldId xmlns:r="http://schemas.openxmlformats.org/officeDocument/2006/relationships" id="262" r:id="R84e5795f8000470e"/>
    <p:sldId xmlns:r="http://schemas.openxmlformats.org/officeDocument/2006/relationships" id="263" r:id="R1ef0288a20784460"/>
    <p:sldId xmlns:r="http://schemas.openxmlformats.org/officeDocument/2006/relationships" id="264" r:id="R4846cc026d0e4fbd"/>
    <p:sldId xmlns:r="http://schemas.openxmlformats.org/officeDocument/2006/relationships" id="265" r:id="R283f65c244844ab2"/>
    <p:sldId xmlns:r="http://schemas.openxmlformats.org/officeDocument/2006/relationships" id="266" r:id="R7662a0e8604340d3"/>
    <p:sldId xmlns:r="http://schemas.openxmlformats.org/officeDocument/2006/relationships" id="267" r:id="R6d4f740cb6e14cb6"/>
    <p:sldId xmlns:r="http://schemas.openxmlformats.org/officeDocument/2006/relationships" id="268" r:id="R0e4215f73deb4307"/>
    <p:sldId xmlns:r="http://schemas.openxmlformats.org/officeDocument/2006/relationships" id="269" r:id="Rf228fe26298447ce"/>
    <p:sldId xmlns:r="http://schemas.openxmlformats.org/officeDocument/2006/relationships" id="270" r:id="R31787137f70b47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f365e075e74eb5" /><Relationship Type="http://schemas.openxmlformats.org/officeDocument/2006/relationships/slideMaster" Target="/ppt/slideMasters/slideMaster1.xml" Id="R2391693ac31c4a86" /><Relationship Type="http://schemas.openxmlformats.org/officeDocument/2006/relationships/notesMaster" Target="/ppt/notesMasters/notesMaster1.xml" Id="Rd5cf2411267f46dc" /><Relationship Type="http://schemas.openxmlformats.org/officeDocument/2006/relationships/presProps" Target="/ppt/presProps.xml" Id="R6ce936ccd64c43f3" /><Relationship Type="http://schemas.openxmlformats.org/officeDocument/2006/relationships/tableStyles" Target="/ppt/tableStyles.xml" Id="Rcca6984f2c6149f4" /><Relationship Type="http://schemas.openxmlformats.org/officeDocument/2006/relationships/slide" Target="/ppt/slides/slide1.xml" Id="R4d86bfd63f8742fa" /><Relationship Type="http://schemas.openxmlformats.org/officeDocument/2006/relationships/slide" Target="/ppt/slides/slide2.xml" Id="R1be12a2487ec47ff" /><Relationship Type="http://schemas.openxmlformats.org/officeDocument/2006/relationships/slide" Target="/ppt/slides/slide3.xml" Id="R2e2ac9c93f2348a2" /><Relationship Type="http://schemas.openxmlformats.org/officeDocument/2006/relationships/slide" Target="/ppt/slides/slide4.xml" Id="Re6a832bb5a114ee4" /><Relationship Type="http://schemas.openxmlformats.org/officeDocument/2006/relationships/slide" Target="/ppt/slides/slide5.xml" Id="Rb12a1ee37ba64043" /><Relationship Type="http://schemas.openxmlformats.org/officeDocument/2006/relationships/slide" Target="/ppt/slides/slide6.xml" Id="Ra35e1f9b9f324921" /><Relationship Type="http://schemas.openxmlformats.org/officeDocument/2006/relationships/slide" Target="/ppt/slides/slide7.xml" Id="R84e5795f8000470e" /><Relationship Type="http://schemas.openxmlformats.org/officeDocument/2006/relationships/slide" Target="/ppt/slides/slide8.xml" Id="R1ef0288a20784460" /><Relationship Type="http://schemas.openxmlformats.org/officeDocument/2006/relationships/slide" Target="/ppt/slides/slide9.xml" Id="R4846cc026d0e4fbd" /><Relationship Type="http://schemas.openxmlformats.org/officeDocument/2006/relationships/slide" Target="/ppt/slides/slide10.xml" Id="R283f65c244844ab2" /><Relationship Type="http://schemas.openxmlformats.org/officeDocument/2006/relationships/slide" Target="/ppt/slides/slide11.xml" Id="R7662a0e8604340d3" /><Relationship Type="http://schemas.openxmlformats.org/officeDocument/2006/relationships/slide" Target="/ppt/slides/slide12.xml" Id="R6d4f740cb6e14cb6" /><Relationship Type="http://schemas.openxmlformats.org/officeDocument/2006/relationships/slide" Target="/ppt/slides/slide13.xml" Id="R0e4215f73deb4307" /><Relationship Type="http://schemas.openxmlformats.org/officeDocument/2006/relationships/slide" Target="/ppt/slides/slide14.xml" Id="Rf228fe26298447ce" /><Relationship Type="http://schemas.openxmlformats.org/officeDocument/2006/relationships/slide" Target="/ppt/slides/slide15.xml" Id="R31787137f70b47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f69550979244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6d49f0b5754082" /><Relationship Type="http://schemas.openxmlformats.org/officeDocument/2006/relationships/notesMaster" Target="/ppt/notesMasters/notesMaster1.xml" Id="Rc3908eba8f0247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40c022944c44caa" /><Relationship Type="http://schemas.openxmlformats.org/officeDocument/2006/relationships/notesMaster" Target="/ppt/notesMasters/notesMaster1.xml" Id="R597fbe23d0b149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451422bfa44abd" /><Relationship Type="http://schemas.openxmlformats.org/officeDocument/2006/relationships/notesMaster" Target="/ppt/notesMasters/notesMaster1.xml" Id="Raf29dd156c5748a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c64aed72ab04504" /><Relationship Type="http://schemas.openxmlformats.org/officeDocument/2006/relationships/notesMaster" Target="/ppt/notesMasters/notesMaster1.xml" Id="Ra1a949ce818d49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8688395a694b0e" /><Relationship Type="http://schemas.openxmlformats.org/officeDocument/2006/relationships/notesMaster" Target="/ppt/notesMasters/notesMaster1.xml" Id="R6d2fd72c1c0d4a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bf16a9b26448d4" /><Relationship Type="http://schemas.openxmlformats.org/officeDocument/2006/relationships/notesMaster" Target="/ppt/notesMasters/notesMaster1.xml" Id="R764aed99028d48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5f1b6ac3c045ae" /><Relationship Type="http://schemas.openxmlformats.org/officeDocument/2006/relationships/notesMaster" Target="/ppt/notesMasters/notesMaster1.xml" Id="R4c9e08f5ade54b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2a59ccca1d04d62" /><Relationship Type="http://schemas.openxmlformats.org/officeDocument/2006/relationships/notesMaster" Target="/ppt/notesMasters/notesMaster1.xml" Id="Rf1900d37c6fc428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592324792e4003" /><Relationship Type="http://schemas.openxmlformats.org/officeDocument/2006/relationships/notesMaster" Target="/ppt/notesMasters/notesMaster1.xml" Id="R1300e9adf72c4a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b9d95b4cd54ef7" /><Relationship Type="http://schemas.openxmlformats.org/officeDocument/2006/relationships/notesMaster" Target="/ppt/notesMasters/notesMaster1.xml" Id="R7c24259a8a0c4cd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2c682f61c634294" /><Relationship Type="http://schemas.openxmlformats.org/officeDocument/2006/relationships/notesMaster" Target="/ppt/notesMasters/notesMaster1.xml" Id="R659d96f0187d42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27c929022d54588" /><Relationship Type="http://schemas.openxmlformats.org/officeDocument/2006/relationships/notesMaster" Target="/ppt/notesMasters/notesMaster1.xml" Id="R2910ea8a6acc49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0b3bae4fb054425" /><Relationship Type="http://schemas.openxmlformats.org/officeDocument/2006/relationships/notesMaster" Target="/ppt/notesMasters/notesMaster1.xml" Id="Rde7f2bb3401e4d5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4bcb90fbc444d1f" /><Relationship Type="http://schemas.openxmlformats.org/officeDocument/2006/relationships/notesMaster" Target="/ppt/notesMasters/notesMaster1.xml" Id="R0f65d45eef6c4b1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78769a36bd46eb" /><Relationship Type="http://schemas.openxmlformats.org/officeDocument/2006/relationships/notesMaster" Target="/ppt/notesMasters/notesMaster1.xml" Id="R98ecb360a57d40f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https://github.com/Leo-6-maker/Task-Authorized-Selective-Execution-for-GR00T-N1.7/blob/29f50b36af25a8b76583308cf0e5fbbe22365f27/reports/E2/R009/R3_HANDOFF.md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https://github.com/Leo-6-maker/Task-Authorized-Selective-Execution-for-GR00T-N1.7/blob/29f50b36af25a8b76583308cf0e5fbbe22365f27/docs/PROJECT_PLAN.md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https://github.com/Leo-6-maker/Task-Authorized-Selective-Execution-for-GR00T-N1.7/blob/29f50b36af25a8b76583308cf0e5fbbe22365f27/tase/e2_context.py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https://github.com/Leo-6-maker/Task-Authorized-Selective-Execution-for-GR00T-N1.7/blob/29f50b36af25a8b76583308cf0e5fbbe22365f27/configs/e2_test.json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https://github.com/Leo-6-maker/Task-Authorized-Selective-Execution-for-GR00T-N1.7/blob/29f50b36af25a8b76583308cf0e5fbbe22365f27/tase/gate_features.py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https://github.com/Leo-6-maker/Task-Authorized-Selective-Execution-for-GR00T-N1.7/blob/29f50b36af25a8b76583308cf0e5fbbe22365f27/tase/event_oracle.py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https://github.com/Leo-6-maker/Task-Authorized-Selective-Execution-for-GR00T-N1.7/blob/29f50b36af25a8b76583308cf0e5fbbe22365f27/tase/e2_context.py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https://github.com/Leo-6-maker/Task-Authorized-Selective-Execution-for-GR00T-N1.7/blob/29f50b36af25a8b76583308cf0e5fbbe22365f27/configs/e2_splits.json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https://github.com/Leo-6-maker/Task-Authorized-Selective-Execution-for-GR00T-N1.7/blob/29f50b36af25a8b76583308cf0e5fbbe22365f27/reports/E2/calibration_report.md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https://github.com/Leo-6-maker/Task-Authorized-Selective-Execution-for-GR00T-N1.7/blob/29f50b36af25a8b76583308cf0e5fbbe22365f27/reports/E2/R009/stopped_ledger_summary.json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https://github.com/Leo-6-maker/Task-Authorized-Selective-Execution-for-GR00T-N1.7/blob/29f50b36af25a8b76583308cf0e5fbbe22365f27/reports/E2/R009/ISSUE18-INCIDENT-003.md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https://github.com/Leo-6-maker/Task-Authorized-Selective-Execution-for-GR00T-N1.7/issues/20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https://github.com/Leo-6-maker/Task-Authorized-Selective-Execution-for-GR00T-N1.7/blob/29f50b36af25a8b76583308cf0e5fbbe22365f27/scripts/e2_audit_test.py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https://github.com/Leo-6-maker/Task-Authorized-Selective-Execution-for-GR00T-N1.7/blob/29f50b36af25a8b76583308cf0e5fbbe22365f27/reports/E2/R009/R3_HANDOFF.md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Execution draft as of2026-10-24 SGT. Not approved for final scientific claims. Sources: https://github.com/Leo-6-maker/Task-Authorized-Selective-Execution-for-GR00T-N1.7/blob/29f50b36af25a8b76583308cf0e5fbbe22365f27/docs/SOURCES.md</a:t>
            </a:r>
          </a:p>
          <a:p xmlns:a="http://schemas.openxmlformats.org/drawingml/2006/main">
            <a:r>
              <a:t>https://github.com/NVIDIA/Isaac-GR00T</a:t>
            </a:r>
          </a:p>
          <a:p xmlns:a="http://schemas.openxmlformats.org/drawingml/2006/main">
            <a:r>
              <a:t>https://github.com/Lifelong-Robot-Learning/LIBERO</a:t>
            </a:r>
          </a:p>
          <a:p xmlns:a="http://schemas.openxmlformats.org/drawingml/2006/main">
            <a:r>
              <a:t>Course requirements described in docs/SOURCES.md. Original course PDF is not republished. AI-assisted implementation and drafting require owner disclosure in final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66838de81740f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5bf1be3b3d48c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9646ff9c774f1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df7263180410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8bc8af4fe49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b345b624d46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561CECA-A0BE-4E0E-B776-C32ACCB79F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9A4A2C3-4E75-48E9-96F7-C33F81CE6E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0B9C446-57B8-49AC-BD8B-16685843DC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9C15113-0F76-40DD-985C-19A401BF15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AF21DEF-4832-4C08-B88A-C2657CA6D5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5DF53F6-1FEC-4BF2-B9BA-3BC43DA900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47BCD7C-C848-40E6-8D2F-CC8D06E5C6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95E0DFC-0E8B-4EE8-A6B5-0C12C623C78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DF3CF41-665C-411D-87D2-C35EA0806B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95727F6-736B-445D-BEC6-EA9C939C3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0780a93d6a6464c" /><Relationship Type="http://schemas.openxmlformats.org/officeDocument/2006/relationships/slideLayout" Target="/ppt/slideLayouts/slideLayout1.xml" Id="Rc667e55d4bc146e8" /><Relationship Type="http://schemas.openxmlformats.org/officeDocument/2006/relationships/slideLayout" Target="/ppt/slideLayouts/slideLayout2.xml" Id="Rf737c3bdde7241b9" /><Relationship Type="http://schemas.openxmlformats.org/officeDocument/2006/relationships/slideLayout" Target="/ppt/slideLayouts/slideLayout3.xml" Id="R42382668dd434692" /><Relationship Type="http://schemas.openxmlformats.org/officeDocument/2006/relationships/slideLayout" Target="/ppt/slideLayouts/slideLayout4.xml" Id="R3ec35ae80c594960" /><Relationship Type="http://schemas.openxmlformats.org/officeDocument/2006/relationships/slideLayout" Target="/ppt/slideLayouts/slideLayout5.xml" Id="Rf02ff9072dc147c6" /><Relationship Type="http://schemas.openxmlformats.org/officeDocument/2006/relationships/slideLayout" Target="/ppt/slideLayouts/slideLayout6.xml" Id="R68ec00cb87e1411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67e55d4bc146e8"/>
    <p:sldLayoutId xmlns:r="http://schemas.openxmlformats.org/officeDocument/2006/relationships" id="2147483650" r:id="Rf737c3bdde7241b9"/>
    <p:sldLayoutId xmlns:r="http://schemas.openxmlformats.org/officeDocument/2006/relationships" id="2147483651" r:id="R42382668dd434692"/>
    <p:sldLayoutId xmlns:r="http://schemas.openxmlformats.org/officeDocument/2006/relationships" id="2147483652" r:id="R3ec35ae80c594960"/>
    <p:sldLayoutId xmlns:r="http://schemas.openxmlformats.org/officeDocument/2006/relationships" id="2147483653" r:id="Rf02ff9072dc147c6"/>
    <p:sldLayoutId xmlns:r="http://schemas.openxmlformats.org/officeDocument/2006/relationships" id="2147483654" r:id="R68ec00cb87e141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7e0e70da324e6d" /><Relationship Type="http://schemas.openxmlformats.org/officeDocument/2006/relationships/image" Target="/ppt/media/image.png" Id="R7d9566a73aa943e5" /><Relationship Type="http://schemas.openxmlformats.org/officeDocument/2006/relationships/notesSlide" Target="/ppt/notesSlides/notesSlide1.xml" Id="R0359be4fd7934a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37128042124814" /><Relationship Type="http://schemas.openxmlformats.org/officeDocument/2006/relationships/notesSlide" Target="/ppt/notesSlides/notesSlide2.xml" Id="Rce3a71eb6ffc46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76fcee73854499" /><Relationship Type="http://schemas.openxmlformats.org/officeDocument/2006/relationships/notesSlide" Target="/ppt/notesSlides/notesSlide3.xml" Id="Radc5b145abb14c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7feb51d0844097" /><Relationship Type="http://schemas.openxmlformats.org/officeDocument/2006/relationships/notesSlide" Target="/ppt/notesSlides/notesSlide4.xml" Id="Re54a62d5ea0e460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020c1d183a4a14" /><Relationship Type="http://schemas.openxmlformats.org/officeDocument/2006/relationships/notesSlide" Target="/ppt/notesSlides/notesSlide5.xml" Id="R7e709a999ad040c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d9ce01961541f3" /><Relationship Type="http://schemas.openxmlformats.org/officeDocument/2006/relationships/notesSlide" Target="/ppt/notesSlides/notesSlide6.xml" Id="Rfa7000d8d3b94a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27a2a9a4a346f5" /><Relationship Type="http://schemas.openxmlformats.org/officeDocument/2006/relationships/notesSlide" Target="/ppt/notesSlides/notesSlide7.xml" Id="Rf43db6d5b90d4b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bd84bdd340149b5" /><Relationship Type="http://schemas.openxmlformats.org/officeDocument/2006/relationships/notesSlide" Target="/ppt/notesSlides/notesSlide8.xml" Id="R5c8d9a0b222d4f7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390c2369bc47bf" /><Relationship Type="http://schemas.openxmlformats.org/officeDocument/2006/relationships/notesSlide" Target="/ppt/notesSlides/notesSlide9.xml" Id="R301c4c3e749f488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92f00fc7e84d00" /><Relationship Type="http://schemas.openxmlformats.org/officeDocument/2006/relationships/notesSlide" Target="/ppt/notesSlides/notesSlide10.xml" Id="R63d8a78d04c749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5a664f7fe246c5" /><Relationship Type="http://schemas.openxmlformats.org/officeDocument/2006/relationships/image" Target="/ppt/media/image2.png" Id="R01d756e1bdf143ad" /><Relationship Type="http://schemas.openxmlformats.org/officeDocument/2006/relationships/notesSlide" Target="/ppt/notesSlides/notesSlide11.xml" Id="R911a2e801cea4b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9aced66d5e44bc" /><Relationship Type="http://schemas.openxmlformats.org/officeDocument/2006/relationships/notesSlide" Target="/ppt/notesSlides/notesSlide12.xml" Id="R1475ca4be0ec461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2fd01c1bf474a" /><Relationship Type="http://schemas.openxmlformats.org/officeDocument/2006/relationships/notesSlide" Target="/ppt/notesSlides/notesSlide13.xml" Id="R358c6596f8fa46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7c2443252f84f46" /><Relationship Type="http://schemas.openxmlformats.org/officeDocument/2006/relationships/notesSlide" Target="/ppt/notesSlides/notesSlide14.xml" Id="Ref59d66baacf4de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9cd3ad751da4aaa" /><Relationship Type="http://schemas.openxmlformats.org/officeDocument/2006/relationships/notesSlide" Target="/ppt/notesSlides/notesSlide15.xml" Id="Rf10a020fc61a4d9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DC23E2-D0BA-43DD-95DC-5284C68C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Task-authorized execution for GR00T N1.7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B7F9A-1E07-4D8F-A2B4-F27D5432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B9150-DDE0-4508-BAA8-ADEC4BE2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94CBD-23A5-4A5D-982F-663B3FDD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5334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Native LIBERO-Object runtime Safety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834A39-B9C9-4C11-AD03-80F7F1556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86125"/>
            <a:ext cx="5143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ME6401 Part 2</a:t>
            </a:r>
          </a:p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Engineering and evidence draft</a:t>
            </a:r>
          </a:p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24 October 2026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216F58-6D8D-44D7-9EE0-E62A229A64E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9566a73aa943e5"/>
          <a:stretch xmlns:a="http://schemas.openxmlformats.org/drawingml/2006/main"/>
        </p:blipFill>
        <p:spPr>
          <a:xfrm xmlns:a="http://schemas.openxmlformats.org/drawingml/2006/main">
            <a:off x="6191250" y="2153543"/>
            <a:ext cx="5381625" cy="30271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97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B77F43-DEBB-468E-B306-B1BB7890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Project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44E063-D51E-4F57-BDC0-223A4207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F4A6C-63DE-4C1F-BDF8-15B76463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65EEE-B98E-4094-84CE-8C53A551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One native GR00T N1.7 policy and LIBERO Panda simulator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9774A-3B76-425E-8619-4EF5D440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Three object-placement tasks with a trusted task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8B88EC-37AB-4775-B86E-ABEA20A8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An external Gate permits or blocks the next action prefix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EB07E3-870F-4DBE-A99A-B6DE2DB44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Simulation evidence only. No training, WBC or real robot.</a:t>
            </a:r>
          </a:p>
        </p:txBody>
      </p:sp>
    </p:spTree>
    <p:extLst>
      <p:ext uri="{BB962C8B-B14F-4D97-AF65-F5344CB8AC3E}">
        <p14:creationId xmlns:p14="http://schemas.microsoft.com/office/powerpoint/2010/main" val="20181754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D1725-9361-472A-B13A-7DE519F53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Task authorization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E2278D-0918-4879-BD38-4564B3DE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86C71-DDA4-44B7-995A-DD5A1212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8350C1-3985-4260-A0F7-13734D42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TaskSpec records the authorized target and basket.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9F6196-4C97-4ACE-85B8-AA6A9092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003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policy receives the actual language instruction separately.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1C3B1-3E17-45A1-8401-236698E5A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957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C0 uses the matching instruction. C2 uses a fixed wrong target.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0FE36-D58D-4795-AD14-EF2D1F8B8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10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Gate receives contact history and the trusted target.</a:t>
            </a:r>
          </a:p>
        </p:txBody>
      </p:sp>
    </p:spTree>
    <p:extLst>
      <p:ext uri="{BB962C8B-B14F-4D97-AF65-F5344CB8AC3E}">
        <p14:creationId xmlns:p14="http://schemas.microsoft.com/office/powerpoint/2010/main" val="406731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EBFF4A-31AF-41AF-9EDA-EE6268CE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Native control contract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01720-007E-429E-ADD1-36F2B488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9C923-BC2F-4905-B0E5-CEE26FB0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C6A2FB-B7CB-409F-B094-05062237F3E3}"/>
              </a:ext>
            </a:extLst>
          </p:cNvPr>
          <p:cNvGraphicFramePr/>
          <p:nvPr/>
        </p:nvGraphicFramePr>
        <p:xfrm>
          <a:off xmlns:a="http://schemas.openxmlformats.org/drawingml/2006/main" x="628650" y="2000250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67350"/>
                <a:gridCol w="546735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Contract element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Frozen value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Policy output horizon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16 raw controls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Checked and executed prefix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Up to 8 native controls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Episode control cap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720 main controls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Reset and simulation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settling controls,20 Hz simulator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91068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8362C1-1411-44A2-BE0B-D8767B59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Predicted non-target grasp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3EEBD-08D2-4BB5-8733-C354C421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55786-FB09-4A63-A67B-E7D5CCF2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BC23EB-41D5-4458-8B5B-FFD9BEFE3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Shadow predicts the same candidate prefix in an isolated clone.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3B325A-C38E-4C20-AF55-138C03CB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Both fingers touching a non-target for k=3 controls triggers rejection.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C5D594-8772-405F-859E-E8FCDA1A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ACCEPT executes the exact inspected native prefix.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13E72-27CF-4035-9934-B99D0DC2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REJECT or ERROR executes zero controls and ends the episode.</a:t>
            </a:r>
          </a:p>
        </p:txBody>
      </p:sp>
    </p:spTree>
    <p:extLst>
      <p:ext uri="{BB962C8B-B14F-4D97-AF65-F5344CB8AC3E}">
        <p14:creationId xmlns:p14="http://schemas.microsoft.com/office/powerpoint/2010/main" val="30180066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42C9CA-7D26-4C18-B12E-BF97416F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Independent wrong-object lift labels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86048-28B7-4480-96DE-F8393470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ACA2C-9085-4C4C-BF58-16095E53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ED2877-2D17-46DE-99AE-7FA3AE93A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evaluation oracle uses actual physical frames.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BE03A8-92C5-4EBB-BFA4-6B2F38E4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Lift threshold 0.02 m, sustained for 2 control steps.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095259-4DA3-46F0-BBE3-3B4084852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Grasp and relative-motion evidence constrain valid lift labels.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2AACE-3546-4345-893D-82928BEC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oracle never supplies the Gate score or its risk input.</a:t>
            </a:r>
          </a:p>
        </p:txBody>
      </p:sp>
    </p:spTree>
    <p:extLst>
      <p:ext uri="{BB962C8B-B14F-4D97-AF65-F5344CB8AC3E}">
        <p14:creationId xmlns:p14="http://schemas.microsoft.com/office/powerpoint/2010/main" val="14542467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B9C86-2F63-47BC-8423-9FAAB3DE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Shadow consistency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5C8C6-CB0F-4ECE-A878-2F91B5EB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FB4A8-FE47-4802-A799-A6BBC7778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D11A7-9C22-401E-846D-B0C000A1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The clone restores a full snapshot before each prediction.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57624C-399F-47FC-AF8C-BB403B1DE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Main-state and policy-RNG guards check noninterference.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077F9A-B02F-4D9F-A7E8-E77FE3B1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Raw actions and converted controls retain their original identities.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C84D9-8FA7-4B31-B52A-3F397FC9C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Checks compare accepted predictions with the actual state prefix.</a:t>
            </a:r>
          </a:p>
        </p:txBody>
      </p:sp>
    </p:spTree>
    <p:extLst>
      <p:ext uri="{BB962C8B-B14F-4D97-AF65-F5344CB8AC3E}">
        <p14:creationId xmlns:p14="http://schemas.microsoft.com/office/powerpoint/2010/main" val="7586318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570FB5-4DEA-4447-B4DF-28493261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Frozen evaluation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5E7434-0DD1-46B3-9648-59818328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5E396-4064-4162-A61D-9DD2C8B5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F7A93E-7AC7-4A9E-9A37-FBD06A492495}"/>
              </a:ext>
            </a:extLst>
          </p:cNvPr>
          <p:cNvGraphicFramePr/>
          <p:nvPr/>
        </p:nvGraphicFramePr>
        <p:xfrm>
          <a:off xmlns:a="http://schemas.openxmlformats.org/drawingml/2006/main" x="628650" y="2000250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44900"/>
                <a:gridCol w="3644900"/>
                <a:gridCol w="3644900"/>
              </a:tblGrid>
              <a:tr h="7858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Initialization indices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DEV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0–1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Engineering development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CALIB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2–5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48 attempts, choose k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6–15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 fixed planned units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EDB164-0773-4979-A85B-D24657E8D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76875"/>
            <a:ext cx="10934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TEST = 3 tasks × 10 initializations × 2 conditions × 2 systems</a:t>
            </a:r>
          </a:p>
        </p:txBody>
      </p:sp>
    </p:spTree>
    <p:extLst>
      <p:ext uri="{BB962C8B-B14F-4D97-AF65-F5344CB8AC3E}">
        <p14:creationId xmlns:p14="http://schemas.microsoft.com/office/powerpoint/2010/main" val="16260419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6EE115-5831-4DFB-AACB-26265FAA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Calibration observations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67C8F-F2E3-4652-9975-B9212DF5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07E04-5588-492C-8784-9E586522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48B3BB-071F-45DF-A2AB-4B177560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48 CALIB attempts produced 24 B0/G pairs.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3ACAE-CEC4-434E-A902-EC378E77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051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In the 12 C2 pairs,wrong-object lift changed from 4 to 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4C78A-FF86-468A-B3BD-0EA9673A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004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Official task success was 8/12 in both C2 arms.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DAE08-5F22-4D40-9F18-578E6050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958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CALIB selected k = 3. Independent TEST is incomplete.</a:t>
            </a:r>
          </a:p>
        </p:txBody>
      </p:sp>
    </p:spTree>
    <p:extLst>
      <p:ext uri="{BB962C8B-B14F-4D97-AF65-F5344CB8AC3E}">
        <p14:creationId xmlns:p14="http://schemas.microsoft.com/office/powerpoint/2010/main" val="165465327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B4DD8C-8361-4D02-AD85-A52B59A08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Current TEST acquisition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7F7213-D3A7-4E39-86FC-70E220CD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38D184-E504-4784-85FB-7380EC99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2C778-97E5-48AB-9E3B-5784033C0F27}"/>
              </a:ext>
            </a:extLst>
          </p:cNvPr>
          <p:cNvGraphicFramePr/>
          <p:nvPr/>
        </p:nvGraphicFramePr>
        <p:xfrm>
          <a:off xmlns:a="http://schemas.openxmlformats.org/drawingml/2006/main" x="628650" y="2000250"/>
          <a:ext xmlns:a="http://schemas.openxmlformats.org/drawingml/2006/main" cx="109347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44900"/>
                <a:gridCol w="3644900"/>
                <a:gridCol w="3644900"/>
              </a:tblGrid>
              <a:tr h="6286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Saved status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Count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Analysis eligibility</a:t>
                      </a:r>
                    </a:p>
                  </a:txBody>
                  <a:tcPr marL="91440" marR="91440" marT="45720" marB="45720">
                    <a:solidFill>
                      <a:srgbClr val="123E40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SUCCESS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Full observed outcomes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CLEANUP_ERROR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Unknown or censored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NOT_STARTED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Unobserved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Planned total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120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544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Fixed denominator</a:t>
                      </a:r>
                    </a:p>
                  </a:txBody>
                  <a:tcPr marL="91440" marR="91440" marT="45720" marB="45720">
                    <a:solidFill>
                      <a:srgbClr val="EDF1EE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F4F6A-23D4-46EF-9720-338E76B6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388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Observed exposure: 1882 controls and 240 policy requests</a:t>
            </a:r>
          </a:p>
        </p:txBody>
      </p:sp>
    </p:spTree>
    <p:extLst>
      <p:ext uri="{BB962C8B-B14F-4D97-AF65-F5344CB8AC3E}">
        <p14:creationId xmlns:p14="http://schemas.microsoft.com/office/powerpoint/2010/main" val="3359073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197CF-83B5-4500-BAC6-D245F29F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Two observed cleanup failures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51CC6B-205D-4F84-BA07-A66FB4F00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AC8C1-14A2-40C3-8D0F-9D5EF9C7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577FD-46FB-4CCB-ACF4-7440E8AE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5286375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0010 and0014 retain CLEANUP_ERROR and actual exit 1.</a:t>
            </a:r>
          </a:p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Both saved task-success observations and worker final exit 0.</a:t>
            </a:r>
          </a:p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Exact shutdown ordering remains unproven.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B5352-3838-453D-AEF9-99C7CDE713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d756e1bdf143ad"/>
          <a:stretch xmlns:a="http://schemas.openxmlformats.org/drawingml/2006/main"/>
        </p:blipFill>
        <p:spPr>
          <a:xfrm xmlns:a="http://schemas.openxmlformats.org/drawingml/2006/main">
            <a:off x="6191250" y="2058293"/>
            <a:ext cx="5381625" cy="3027164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83299A-2D64-4626-B9CB-7EB40BC3D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109347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25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Each failed ID remains consumed permanently.</a:t>
            </a:r>
          </a:p>
        </p:txBody>
      </p:sp>
    </p:spTree>
    <p:extLst>
      <p:ext uri="{BB962C8B-B14F-4D97-AF65-F5344CB8AC3E}">
        <p14:creationId xmlns:p14="http://schemas.microsoft.com/office/powerpoint/2010/main" val="17551217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7B62C6-EE0E-466E-937D-2365464A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Engineering repair under CPU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9C4A7E-FED9-47F2-8CD0-2A3CBB36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FBC372-868C-4491-B219-950E69D8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3F397-AD7F-46EF-9566-89B23EF5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Cooperative close records finalizer completion and process exit.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5E678-FE8C-4241-A1A2-711A9D51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Bounded waits keep missing receipts and forced TERM/KILL as errors.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01DC4-A58B-40AD-BA4A-21D4E625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Historical audit binds each run to its original code,grant and hashes.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088F7-1FB2-4EC0-9C98-C257FE2D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New TEST execution requires a GPT grant for the exact code Head.</a:t>
            </a:r>
          </a:p>
        </p:txBody>
      </p:sp>
    </p:spTree>
    <p:extLst>
      <p:ext uri="{BB962C8B-B14F-4D97-AF65-F5344CB8AC3E}">
        <p14:creationId xmlns:p14="http://schemas.microsoft.com/office/powerpoint/2010/main" val="104906355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D37CD2-F84E-4287-889C-5D10F8BF5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Analysis and 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87E6A-5F2C-437F-8E34-01268D4C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4ED9B-E5F7-4E71-A129-6EDF6ABD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FB6F7-13DF-43EB-BEEE-70F48ADC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All120 planned units remain in the reported denominator.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C8711-3D0F-43C1-87CC-D2A3AB76C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Paired cluster bootstrap uses 2000 draws and seed 640500.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683E24-D09F-4923-864D-B55D4511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Unknown outcomes receive bounds. Two cleanup errors stay explicit.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B8797C-5471-4E33-807A-8148C291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Candidate UAR remains N/A without its audited event denominator.</a:t>
            </a:r>
          </a:p>
        </p:txBody>
      </p:sp>
    </p:spTree>
    <p:extLst>
      <p:ext uri="{BB962C8B-B14F-4D97-AF65-F5344CB8AC3E}">
        <p14:creationId xmlns:p14="http://schemas.microsoft.com/office/powerpoint/2010/main" val="91150944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C6163-428A-49E1-8807-A11AD4E3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Limits and pending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26C23-28FF-4191-9D99-55434DA2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63507-3B64-4E07-9174-ED87478C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4F0CAE-EF26-4E47-BBC3-FCEDEE81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621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Current TEST evidence covers only alphabet_soup,part of init6–9.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F83AF8-CC94-4400-9E77-6639F450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574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C2 is a controlled instruction mismatch,not a natural failure-rate estimate.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5D67D6-ED20-4983-88C4-F7DFCF51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5282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Post-maintenance physics and the remaining 106 TEST units are unexecuted.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251399-5B01-41FD-9E3D-3D934C4A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48175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R3 review must precede final conclusions and course submission.</a:t>
            </a:r>
          </a:p>
        </p:txBody>
      </p:sp>
    </p:spTree>
    <p:extLst>
      <p:ext uri="{BB962C8B-B14F-4D97-AF65-F5344CB8AC3E}">
        <p14:creationId xmlns:p14="http://schemas.microsoft.com/office/powerpoint/2010/main" val="5550866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99DDA7-C680-4B22-A540-56A8D0484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"/>
            <a:ext cx="109347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defRPr>
            </a:pPr>
            <a:r>
              <a:rPr sz="3000" b="1">
                <a:solidFill>
                  <a:srgbClr val="123E40"/>
                </a:solidFill>
                <a:latin typeface="DejaVu Sans"/>
                <a:ea typeface="DejaVu Sans"/>
                <a:cs typeface="DejaVu Sans"/>
              </a:rPr>
              <a:t>References and source identities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93F79-169D-4D09-9C26-466DABF5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3817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PRELIMINARY / TEST 14 of 120 consumed / R3 pending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1E092-D431-4B3D-9447-5B0E4A61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657176"/>
                </a:solidFill>
                <a:latin typeface="DejaVu Sans"/>
                <a:ea typeface="DejaVu Sans"/>
                <a:cs typeface="DejaVu Sans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1707C2-45A7-4934-A407-796ECDD6A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145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Project protocol TASE-002-v1.0,E2 frozen configs and source-bound receipts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7064D0-3C8A-41FA-93C0-FB7BD322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098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Isaac-GR00T upstream commit dac54b313160c201c450f97df0fd74ebd379c892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0D641E-F5C0-4A72-B3FA-679BDB8DE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0520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LIBERO commit 8f1084e3132a39270c3a13ebe37270a43ece2a01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0EC4F9-B5EF-4E2A-95ED-F27C96C5A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1085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def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263544"/>
                </a:solidFill>
                <a:latin typeface="DejaVu Sans"/>
                <a:ea typeface="DejaVu Sans"/>
                <a:cs typeface="DejaVu Sans"/>
              </a:rPr>
              <a:t>Course project brief,C1 pages 1 and 7–8. Private source retained by owner.</a:t>
            </a:r>
          </a:p>
        </p:txBody>
      </p:sp>
    </p:spTree>
    <p:extLst>
      <p:ext uri="{BB962C8B-B14F-4D97-AF65-F5344CB8AC3E}">
        <p14:creationId xmlns:p14="http://schemas.microsoft.com/office/powerpoint/2010/main" val="1181342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DejaVu Sans"/>
        <a:ea typeface=""/>
        <a:cs typeface=""/>
      </a:majorFont>
      <a:minorFont>
        <a:latin typeface="DejaVu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2026-10-24T09:37:23.5320000Z</dcterms:created>
  <dcterms:modified xsi:type="dcterms:W3CDTF">2026-10-24T09:37:23.5320000Z</dcterms:modified>
</coreProperties>
</file>