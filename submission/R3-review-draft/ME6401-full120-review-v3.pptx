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b6745ff9a46a1" /><Relationship Type="http://schemas.openxmlformats.org/officeDocument/2006/relationships/extended-properties" Target="/docProps/app.xml" Id="R0b32ab1a7d4f4d41" /><Relationship Type="http://schemas.openxmlformats.org/officeDocument/2006/relationships/officeDocument" Target="/ppt/presentation.xml" Id="R30e6dba3a38343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ec44fe662f48bd"/>
  </p:sldMasterIdLst>
  <p:notesMasterIdLst>
    <p:notesMasterId xmlns:r="http://schemas.openxmlformats.org/officeDocument/2006/relationships" r:id="Rdca873f87d364f25"/>
  </p:notesMasterIdLst>
  <p:sldIdLst>
    <p:sldId xmlns:r="http://schemas.openxmlformats.org/officeDocument/2006/relationships" id="256" r:id="R2f3a19814c9e452a"/>
    <p:sldId xmlns:r="http://schemas.openxmlformats.org/officeDocument/2006/relationships" id="257" r:id="R0595903be2da4032"/>
    <p:sldId xmlns:r="http://schemas.openxmlformats.org/officeDocument/2006/relationships" id="258" r:id="R4fdd87b8fa4e4e6a"/>
    <p:sldId xmlns:r="http://schemas.openxmlformats.org/officeDocument/2006/relationships" id="259" r:id="R84faccc81daf408d"/>
    <p:sldId xmlns:r="http://schemas.openxmlformats.org/officeDocument/2006/relationships" id="260" r:id="R2a97889561b04b71"/>
    <p:sldId xmlns:r="http://schemas.openxmlformats.org/officeDocument/2006/relationships" id="261" r:id="R55669d4435d0403b"/>
    <p:sldId xmlns:r="http://schemas.openxmlformats.org/officeDocument/2006/relationships" id="262" r:id="R832cd001cd9c43b3"/>
    <p:sldId xmlns:r="http://schemas.openxmlformats.org/officeDocument/2006/relationships" id="263" r:id="Rba87d951564b4b25"/>
    <p:sldId xmlns:r="http://schemas.openxmlformats.org/officeDocument/2006/relationships" id="264" r:id="Rc3bc04717b784648"/>
    <p:sldId xmlns:r="http://schemas.openxmlformats.org/officeDocument/2006/relationships" id="265" r:id="Ra04e1106d94e49da"/>
    <p:sldId xmlns:r="http://schemas.openxmlformats.org/officeDocument/2006/relationships" id="266" r:id="R36a3b45fe6d646c6"/>
    <p:sldId xmlns:r="http://schemas.openxmlformats.org/officeDocument/2006/relationships" id="267" r:id="R9515c176f12c4f4b"/>
    <p:sldId xmlns:r="http://schemas.openxmlformats.org/officeDocument/2006/relationships" id="268" r:id="Rb942df79d7ee468f"/>
    <p:sldId xmlns:r="http://schemas.openxmlformats.org/officeDocument/2006/relationships" id="269" r:id="R6bb623490f234045"/>
    <p:sldId xmlns:r="http://schemas.openxmlformats.org/officeDocument/2006/relationships" id="270" r:id="Rd457d42e4c1945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b0810d76c2439f" /><Relationship Type="http://schemas.openxmlformats.org/officeDocument/2006/relationships/slideMaster" Target="/ppt/slideMasters/slideMaster1.xml" Id="Raaec44fe662f48bd" /><Relationship Type="http://schemas.openxmlformats.org/officeDocument/2006/relationships/notesMaster" Target="/ppt/notesMasters/notesMaster1.xml" Id="Rdca873f87d364f25" /><Relationship Type="http://schemas.openxmlformats.org/officeDocument/2006/relationships/presProps" Target="/ppt/presProps.xml" Id="R28eb8ee00d774409" /><Relationship Type="http://schemas.openxmlformats.org/officeDocument/2006/relationships/tableStyles" Target="/ppt/tableStyles.xml" Id="R3677b653c8a34fa5" /><Relationship Type="http://schemas.openxmlformats.org/officeDocument/2006/relationships/slide" Target="/ppt/slides/slide1.xml" Id="R2f3a19814c9e452a" /><Relationship Type="http://schemas.openxmlformats.org/officeDocument/2006/relationships/slide" Target="/ppt/slides/slide2.xml" Id="R0595903be2da4032" /><Relationship Type="http://schemas.openxmlformats.org/officeDocument/2006/relationships/slide" Target="/ppt/slides/slide3.xml" Id="R4fdd87b8fa4e4e6a" /><Relationship Type="http://schemas.openxmlformats.org/officeDocument/2006/relationships/slide" Target="/ppt/slides/slide4.xml" Id="R84faccc81daf408d" /><Relationship Type="http://schemas.openxmlformats.org/officeDocument/2006/relationships/slide" Target="/ppt/slides/slide5.xml" Id="R2a97889561b04b71" /><Relationship Type="http://schemas.openxmlformats.org/officeDocument/2006/relationships/slide" Target="/ppt/slides/slide6.xml" Id="R55669d4435d0403b" /><Relationship Type="http://schemas.openxmlformats.org/officeDocument/2006/relationships/slide" Target="/ppt/slides/slide7.xml" Id="R832cd001cd9c43b3" /><Relationship Type="http://schemas.openxmlformats.org/officeDocument/2006/relationships/slide" Target="/ppt/slides/slide8.xml" Id="Rba87d951564b4b25" /><Relationship Type="http://schemas.openxmlformats.org/officeDocument/2006/relationships/slide" Target="/ppt/slides/slide9.xml" Id="Rc3bc04717b784648" /><Relationship Type="http://schemas.openxmlformats.org/officeDocument/2006/relationships/slide" Target="/ppt/slides/slide10.xml" Id="Ra04e1106d94e49da" /><Relationship Type="http://schemas.openxmlformats.org/officeDocument/2006/relationships/slide" Target="/ppt/slides/slide11.xml" Id="R36a3b45fe6d646c6" /><Relationship Type="http://schemas.openxmlformats.org/officeDocument/2006/relationships/slide" Target="/ppt/slides/slide12.xml" Id="R9515c176f12c4f4b" /><Relationship Type="http://schemas.openxmlformats.org/officeDocument/2006/relationships/slide" Target="/ppt/slides/slide13.xml" Id="Rb942df79d7ee468f" /><Relationship Type="http://schemas.openxmlformats.org/officeDocument/2006/relationships/slide" Target="/ppt/slides/slide14.xml" Id="R6bb623490f234045" /><Relationship Type="http://schemas.openxmlformats.org/officeDocument/2006/relationships/slide" Target="/ppt/slides/slide15.xml" Id="Rd457d42e4c19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42a59d78d144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5901fa506246fd" /><Relationship Type="http://schemas.openxmlformats.org/officeDocument/2006/relationships/notesMaster" Target="/ppt/notesMasters/notesMaster1.xml" Id="R13d7823518a4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9a2ef261ad4ef1" /><Relationship Type="http://schemas.openxmlformats.org/officeDocument/2006/relationships/notesMaster" Target="/ppt/notesMasters/notesMaster1.xml" Id="R46a5f4f1045343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19ae1e9644ac3" /><Relationship Type="http://schemas.openxmlformats.org/officeDocument/2006/relationships/notesMaster" Target="/ppt/notesMasters/notesMaster1.xml" Id="R84de6f431b4a48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92edc5c4504715" /><Relationship Type="http://schemas.openxmlformats.org/officeDocument/2006/relationships/notesMaster" Target="/ppt/notesMasters/notesMaster1.xml" Id="R8d2f8e78d70741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3c1e882b034fc9" /><Relationship Type="http://schemas.openxmlformats.org/officeDocument/2006/relationships/notesMaster" Target="/ppt/notesMasters/notesMaster1.xml" Id="R70ec020ebc9d40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2ffcbc597e4d4c" /><Relationship Type="http://schemas.openxmlformats.org/officeDocument/2006/relationships/notesMaster" Target="/ppt/notesMasters/notesMaster1.xml" Id="R5a97188467774f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5eedc33d0e496f" /><Relationship Type="http://schemas.openxmlformats.org/officeDocument/2006/relationships/notesMaster" Target="/ppt/notesMasters/notesMaster1.xml" Id="R279eec8b78ca4f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81ce00cdce4c4d" /><Relationship Type="http://schemas.openxmlformats.org/officeDocument/2006/relationships/notesMaster" Target="/ppt/notesMasters/notesMaster1.xml" Id="Re307c703812c4b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f156d914894532" /><Relationship Type="http://schemas.openxmlformats.org/officeDocument/2006/relationships/notesMaster" Target="/ppt/notesMasters/notesMaster1.xml" Id="Rebef637c587741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be3da298f2463c" /><Relationship Type="http://schemas.openxmlformats.org/officeDocument/2006/relationships/notesMaster" Target="/ppt/notesMasters/notesMaster1.xml" Id="R573fff8152694e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0751ce5d204c52" /><Relationship Type="http://schemas.openxmlformats.org/officeDocument/2006/relationships/notesMaster" Target="/ppt/notesMasters/notesMaster1.xml" Id="Rb0397866b67145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eba508763e44c4" /><Relationship Type="http://schemas.openxmlformats.org/officeDocument/2006/relationships/notesMaster" Target="/ppt/notesMasters/notesMaster1.xml" Id="R42ba239db24948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780ca2b0a34e1e" /><Relationship Type="http://schemas.openxmlformats.org/officeDocument/2006/relationships/notesMaster" Target="/ppt/notesMasters/notesMaster1.xml" Id="Rea40586eda4746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0a708dbcfe41a4" /><Relationship Type="http://schemas.openxmlformats.org/officeDocument/2006/relationships/notesMaster" Target="/ppt/notesMasters/notesMaster1.xml" Id="Rac1e020696494d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4fd68650be49ea" /><Relationship Type="http://schemas.openxmlformats.org/officeDocument/2006/relationships/notesMaster" Target="/ppt/notesMasters/notesMaster1.xml" Id="R4bd07f1f21344f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https://github.com/Leo-6-maker/Task-Authorized-Selective-Execution-for-GR00T-N1.7/blob/d6bc26105ba511a03479b79863568c4de5ea7dd7/reports/E2/R013/final120/R3_REVIEW_PACKET.md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https://github.com/Leo-6-maker/Task-Authorized-Selective-Execution-for-GR00T-N1.7/blob/d6bc26105ba511a03479b79863568c4de5ea7dd7/docs/PROJECT_PLAN.md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https://github.com/Leo-6-maker/Task-Authorized-Selective-Execution-for-GR00T-N1.7/blob/d6bc26105ba511a03479b79863568c4de5ea7dd7/tase/e2_context.py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https://github.com/Leo-6-maker/Task-Authorized-Selective-Execution-for-GR00T-N1.7/blob/d6bc26105ba511a03479b79863568c4de5ea7dd7/configs/e2_test.json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https://github.com/Leo-6-maker/Task-Authorized-Selective-Execution-for-GR00T-N1.7/blob/d6bc26105ba511a03479b79863568c4de5ea7dd7/tase/gate_features.py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https://github.com/Leo-6-maker/Task-Authorized-Selective-Execution-for-GR00T-N1.7/blob/d6bc26105ba511a03479b79863568c4de5ea7dd7/tase/event_oracle.py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https://github.com/Leo-6-maker/Task-Authorized-Selective-Execution-for-GR00T-N1.7/blob/d6bc26105ba511a03479b79863568c4de5ea7dd7/reports/E2/R013/final120/review/final_frozen_audit.json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https://github.com/Leo-6-maker/Task-Authorized-Selective-Execution-for-GR00T-N1.7/blob/d6bc26105ba511a03479b79863568c4de5ea7dd7/configs/e2_splits.json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https://github.com/Leo-6-maker/Task-Authorized-Selective-Execution-for-GR00T-N1.7/blob/d6bc26105ba511a03479b79863568c4de5ea7dd7/reports/E2/calibration_report.md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https://github.com/Leo-6-maker/Task-Authorized-Selective-Execution-for-GR00T-N1.7/blob/d6bc26105ba511a03479b79863568c4de5ea7dd7/reports/E2/R013/final120/review/attempt_ledger_120.json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https://github.com/Leo-6-maker/Task-Authorized-Selective-Execution-for-GR00T-N1.7/blob/d6bc26105ba511a03479b79863568c4de5ea7dd7/reports/E2/R013/final120/review/final_frozen_audit.json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https://github.com/Leo-6-maker/Task-Authorized-Selective-Execution-for-GR00T-N1.7/blob/d6bc26105ba511a03479b79863568c4de5ea7dd7/reports/E2/R013/final120/R3_REVIEW_PACKET.md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https://github.com/Leo-6-maker/Task-Authorized-Selective-Execution-for-GR00T-N1.7/blob/d6bc26105ba511a03479b79863568c4de5ea7dd7/reports/E2/R013/final120/review/final_frozen_audit.json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https://github.com/Leo-6-maker/Task-Authorized-Selective-Execution-for-GR00T-N1.7/blob/d6bc26105ba511a03479b79863568c4de5ea7dd7/reports/E2/R013/final120/R3_REVIEW_PACKET.md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Full120 acquisition review draft as of2026-10-25 SGT. Independent R3 review pending. Three historical CLEANUP_ERROR outcomes remain unknown. Four executable versions and both GPU eras are retained. Sources: https://github.com/Leo-6-maker/Task-Authorized-Selective-Execution-for-GR00T-N1.7/blob/d6bc26105ba511a03479b79863568c4de5ea7dd7/docs/SOURCES.md</a:t>
            </a:r>
          </a:p>
          <a:p xmlns:a="http://schemas.openxmlformats.org/drawingml/2006/main">
            <a:r>
              <a:t>https://github.com/NVIDIA/Isaac-GR00T</a:t>
            </a:r>
          </a:p>
          <a:p xmlns:a="http://schemas.openxmlformats.org/drawingml/2006/main">
            <a:r>
              <a:t>https://github.com/Lifelong-Robot-Learning/LIBERO</a:t>
            </a:r>
          </a:p>
          <a:p xmlns:a="http://schemas.openxmlformats.org/drawingml/2006/main">
            <a:r>
              <a:t>Course requirements described in docs/SOURCES.md. Original course PDF is not republished. AI-assisted implementation and drafting require owner disclosure in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efe21702c4c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480333d974a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ce0f017b44c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0864ee5de42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e491f38574e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cb6af2fd642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8AAD98-CD15-4CD9-A526-108CC4C33F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8250B0-ECE6-4059-BFD5-FF26063FF6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044CE2-6219-4A4C-B51E-1549706AB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71D592-CBCB-4CCE-84BA-21DE0CB38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8749D9-D9EE-4EAC-A167-0517A62305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693DB1-CD9A-4845-92A0-19CFBAC95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4EB717-3193-4DBF-AEC3-14364EDC02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3A90C8-2A50-4ABF-A969-A8CED39568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4F09C7-A94B-407B-9195-F48077C915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7202E1-2C4A-469E-8980-724082030E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cfd54e20a84293" /><Relationship Type="http://schemas.openxmlformats.org/officeDocument/2006/relationships/slideLayout" Target="/ppt/slideLayouts/slideLayout1.xml" Id="R683cfe5ad6454c68" /><Relationship Type="http://schemas.openxmlformats.org/officeDocument/2006/relationships/slideLayout" Target="/ppt/slideLayouts/slideLayout2.xml" Id="R7ff5533f9bce4942" /><Relationship Type="http://schemas.openxmlformats.org/officeDocument/2006/relationships/slideLayout" Target="/ppt/slideLayouts/slideLayout3.xml" Id="R40156d1fec5c4d09" /><Relationship Type="http://schemas.openxmlformats.org/officeDocument/2006/relationships/slideLayout" Target="/ppt/slideLayouts/slideLayout4.xml" Id="R26a27ca45e9f433d" /><Relationship Type="http://schemas.openxmlformats.org/officeDocument/2006/relationships/slideLayout" Target="/ppt/slideLayouts/slideLayout5.xml" Id="R2e78a45362c34fe7" /><Relationship Type="http://schemas.openxmlformats.org/officeDocument/2006/relationships/slideLayout" Target="/ppt/slideLayouts/slideLayout6.xml" Id="R96914582c5cd4b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3cfe5ad6454c68"/>
    <p:sldLayoutId xmlns:r="http://schemas.openxmlformats.org/officeDocument/2006/relationships" id="2147483650" r:id="R7ff5533f9bce4942"/>
    <p:sldLayoutId xmlns:r="http://schemas.openxmlformats.org/officeDocument/2006/relationships" id="2147483651" r:id="R40156d1fec5c4d09"/>
    <p:sldLayoutId xmlns:r="http://schemas.openxmlformats.org/officeDocument/2006/relationships" id="2147483652" r:id="R26a27ca45e9f433d"/>
    <p:sldLayoutId xmlns:r="http://schemas.openxmlformats.org/officeDocument/2006/relationships" id="2147483653" r:id="R2e78a45362c34fe7"/>
    <p:sldLayoutId xmlns:r="http://schemas.openxmlformats.org/officeDocument/2006/relationships" id="2147483654" r:id="R96914582c5cd4b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7b023d9114d9f" /><Relationship Type="http://schemas.openxmlformats.org/officeDocument/2006/relationships/image" Target="/ppt/media/image.png" Id="R2c3d084abbc44f93" /><Relationship Type="http://schemas.openxmlformats.org/officeDocument/2006/relationships/notesSlide" Target="/ppt/notesSlides/notesSlide1.xml" Id="R2174f47d20e748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093a079c84e4e" /><Relationship Type="http://schemas.openxmlformats.org/officeDocument/2006/relationships/notesSlide" Target="/ppt/notesSlides/notesSlide2.xml" Id="R60056c46ed6f43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8681a528a417c" /><Relationship Type="http://schemas.openxmlformats.org/officeDocument/2006/relationships/notesSlide" Target="/ppt/notesSlides/notesSlide3.xml" Id="Re59ebdd3730a4c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9a32302fb47bd" /><Relationship Type="http://schemas.openxmlformats.org/officeDocument/2006/relationships/notesSlide" Target="/ppt/notesSlides/notesSlide4.xml" Id="Rab8e05cad0a742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a1dd6700d4d97" /><Relationship Type="http://schemas.openxmlformats.org/officeDocument/2006/relationships/notesSlide" Target="/ppt/notesSlides/notesSlide5.xml" Id="R191410e9b1af47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03b1ee4204dcd" /><Relationship Type="http://schemas.openxmlformats.org/officeDocument/2006/relationships/notesSlide" Target="/ppt/notesSlides/notesSlide6.xml" Id="R4533602f760140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2169e0a5ef4efe" /><Relationship Type="http://schemas.openxmlformats.org/officeDocument/2006/relationships/notesSlide" Target="/ppt/notesSlides/notesSlide7.xml" Id="R35e682f928014a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359e0b1f7481c" /><Relationship Type="http://schemas.openxmlformats.org/officeDocument/2006/relationships/notesSlide" Target="/ppt/notesSlides/notesSlide8.xml" Id="R3a8deeac884d4e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d5e34cfa74e0b" /><Relationship Type="http://schemas.openxmlformats.org/officeDocument/2006/relationships/notesSlide" Target="/ppt/notesSlides/notesSlide9.xml" Id="R2580ead8de2d41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6986efc264819" /><Relationship Type="http://schemas.openxmlformats.org/officeDocument/2006/relationships/notesSlide" Target="/ppt/notesSlides/notesSlide10.xml" Id="Rb4dde65c18b14c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9ceaaef4c84422" /><Relationship Type="http://schemas.openxmlformats.org/officeDocument/2006/relationships/notesSlide" Target="/ppt/notesSlides/notesSlide11.xml" Id="R45893e23823b42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c7860aef24b27" /><Relationship Type="http://schemas.openxmlformats.org/officeDocument/2006/relationships/notesSlide" Target="/ppt/notesSlides/notesSlide12.xml" Id="Rf00d793000b74f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d66c0431c4bd4" /><Relationship Type="http://schemas.openxmlformats.org/officeDocument/2006/relationships/notesSlide" Target="/ppt/notesSlides/notesSlide13.xml" Id="Rf32e43382f3542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0261c378f4ae7" /><Relationship Type="http://schemas.openxmlformats.org/officeDocument/2006/relationships/notesSlide" Target="/ppt/notesSlides/notesSlide14.xml" Id="R5fecf7b38dff4d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6b0a23ba8497f" /><Relationship Type="http://schemas.openxmlformats.org/officeDocument/2006/relationships/notesSlide" Target="/ppt/notesSlides/notesSlide15.xml" Id="Refc36c55356647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EF776-7679-47D2-BD5E-8311575B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Task-authorized execution for GR00T N1.7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CB1F2-9642-49AE-908F-2B5F956F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30DA7-1C80-41C2-8296-104B0FAF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C79ED-9AEE-4C3A-AEC4-287852A0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Native LIBERO-Object runtime Safety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59006-C6F5-4B2B-A641-FE0798AC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ME6401 Part 2</a:t>
            </a:r>
          </a:p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TEST evidence review draft</a:t>
            </a:r>
          </a:p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25 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EDF37-1D42-456A-BE68-2E4DEAD2A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d084abbc44f93"/>
          <a:stretch xmlns:a="http://schemas.openxmlformats.org/drawingml/2006/main"/>
        </p:blipFill>
        <p:spPr>
          <a:xfrm xmlns:a="http://schemas.openxmlformats.org/drawingml/2006/main">
            <a:off x="6191250" y="2153543"/>
            <a:ext cx="5381625" cy="3027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0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7D280-CD18-4F81-B34F-E5769E3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4F581-906A-41DD-8E89-E697C22D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486FE-87E2-4A7B-B770-CB54313B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7E581-E566-43E3-A84E-6C5FD49F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One native GR00T N1.7 policy and LIBERO Panda simulator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F4C63-7614-49ED-BF3F-FD7FB1D1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Three object-placement tasks with a trusted task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313E-62E8-423D-A133-A199BE98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An external Gate permits or blocks the next action prefix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33E7E-9DC2-4FC1-A518-380D653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Simulation evidence only. No training, WBC or real robot.</a:t>
            </a:r>
          </a:p>
        </p:txBody>
      </p:sp>
    </p:spTree>
    <p:extLst>
      <p:ext uri="{BB962C8B-B14F-4D97-AF65-F5344CB8AC3E}">
        <p14:creationId xmlns:p14="http://schemas.microsoft.com/office/powerpoint/2010/main" val="1336481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17933-C751-493A-A709-7EFBE031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Task authorization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EF293-A2AB-4A62-A703-13EC1940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23256-5A67-4DEE-9A7A-9AE636A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1D56E-2D69-4855-97DD-1E3157E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TaskSpec records the authorized target and basket.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38F07-B88F-4252-A059-3A3E38B6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policy receives the actual language instruction separately.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DFE6F-02B6-42F1-8F22-AF9E8FA4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C0 uses the matching instruction. C2 uses a fixed wrong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440AF-D8D0-4221-9376-B91D8049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Gate receives contact history and the trusted target.</a:t>
            </a:r>
          </a:p>
        </p:txBody>
      </p:sp>
    </p:spTree>
    <p:extLst>
      <p:ext uri="{BB962C8B-B14F-4D97-AF65-F5344CB8AC3E}">
        <p14:creationId xmlns:p14="http://schemas.microsoft.com/office/powerpoint/2010/main" val="1358067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7F8B9-8B1C-4715-8B08-6B8CE367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Native control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2ABFC-7B4F-4FAD-893F-CE334C0C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50C21-2B06-4D7A-ABEE-B4B3D08D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0BF09-9D3C-4DB6-A5AD-B3C338F2F359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67350"/>
                <a:gridCol w="54673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 element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Frozen value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Policy output horizon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 raw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Checked and executed prefix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 to 8 native controls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Episode control cap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720 main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Reset and simulation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settling controls, 20 Hz simulator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395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6555B-23FC-476E-872B-0877238C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Predicted non-target grasp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34CA6-1ED8-48E7-A44E-94F4957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25A97-4DA6-4B7E-A0CB-97937BCD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C89FD-C375-45A0-B1DD-EC623484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Shadow predicts the same candidate prefix in an isolated clone.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69416-2102-495F-AECB-B1CF222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Both fingers touching a non-target for k=3 controls triggers rejection.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E7F45-80C1-4CE6-8708-53620C0A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ACCEPT executes the exact inspected native prefix.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C7097-C08F-4D34-B7D9-6C1A4CFC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REJECT or ERROR executes zero controls and ends the episode.</a:t>
            </a:r>
          </a:p>
        </p:txBody>
      </p:sp>
    </p:spTree>
    <p:extLst>
      <p:ext uri="{BB962C8B-B14F-4D97-AF65-F5344CB8AC3E}">
        <p14:creationId xmlns:p14="http://schemas.microsoft.com/office/powerpoint/2010/main" val="531622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E7A95-4804-46AB-97FC-DC4C3377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Independent wrong-object lift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FC956-77A7-407F-801F-368D808A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3A424-5DB5-44AA-9674-7BCFF3C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09E03-6D00-45FE-BEAF-C13EE905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evaluation oracle uses actual physical frames.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21491-251C-43CC-97D1-A378DC4F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Lift threshold 0.02 m, sustained for 2 control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DB96E-0EC5-41DC-B7D8-7A7705EC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Grasp and relative-motion evidence constrain valid lift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37371-5B2A-489A-B652-1544858C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oracle never supplies the Gate score or its risk input.</a:t>
            </a:r>
          </a:p>
        </p:txBody>
      </p:sp>
    </p:spTree>
    <p:extLst>
      <p:ext uri="{BB962C8B-B14F-4D97-AF65-F5344CB8AC3E}">
        <p14:creationId xmlns:p14="http://schemas.microsoft.com/office/powerpoint/2010/main" val="915838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64CFE-8285-46FC-8E38-EC161B1E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Normal-instruction TEST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B026B-9BBA-4A75-B5A6-7834E96C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9BA2A-4E67-4C0A-A223-F0575439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18914-C904-4AAA-8211-F19196B3F367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C0, 30 planned units per arm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Official success rate bounds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90.0–96.7%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Compliant success rate bounds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96.7%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90.0–96.7%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 primary outcomes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 wrong-object lifts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B3447-8E22-45F9-BC41-A30B6A2F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Across all TEST, 57 complete pairs had identical accepted prefixes.</a:t>
            </a:r>
          </a:p>
        </p:txBody>
      </p:sp>
    </p:spTree>
    <p:extLst>
      <p:ext uri="{BB962C8B-B14F-4D97-AF65-F5344CB8AC3E}">
        <p14:creationId xmlns:p14="http://schemas.microsoft.com/office/powerpoint/2010/main" val="663456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39CE7-790E-4248-B35D-A2C19FF2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Frozen 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7638E-B2F1-4EEE-9790-29AFE24F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CD6BB-14D5-4A30-AF2A-7CD526C3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A707D-3262-4C98-BBF8-4A8D19F8E3EB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7858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Initialization indices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0–1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 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CALIB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2–5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 attempts, choose k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6–15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 fixed planned units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14A71-15E1-4EF2-9905-4D705E2C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TEST = 3 tasks × 10 initializations × 2 conditions × 2 systems</a:t>
            </a:r>
          </a:p>
        </p:txBody>
      </p:sp>
    </p:spTree>
    <p:extLst>
      <p:ext uri="{BB962C8B-B14F-4D97-AF65-F5344CB8AC3E}">
        <p14:creationId xmlns:p14="http://schemas.microsoft.com/office/powerpoint/2010/main" val="1516123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8F8CA-19C2-441A-BF15-9E4B39D0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Calibration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F80AD-ABC3-44D9-BFAA-B4759BF6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04A8B-433E-433B-B1FA-DED49E86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C01A4-9DC2-4D99-A851-8112A91A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48 CALIB attempts produced 24 B0/G pairs.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2BF66-D517-4009-A800-A6338E63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In the 12 C2 pairs, wrong-object lift changed from 4 to 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315A3-DC2C-436C-9895-8768B41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Official task success was 8/12 in both C2 arms.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96230-541B-4461-96B6-A2797784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CALIB selected k = 3. TEST uses a separate frozen split.</a:t>
            </a:r>
          </a:p>
        </p:txBody>
      </p:sp>
    </p:spTree>
    <p:extLst>
      <p:ext uri="{BB962C8B-B14F-4D97-AF65-F5344CB8AC3E}">
        <p14:creationId xmlns:p14="http://schemas.microsoft.com/office/powerpoint/2010/main" val="2016770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31F79-D1B7-4F82-8738-CCCCFE5D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Frozen TEST attempt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CAD8F-E787-47EB-A794-B3B7184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3050A-275E-4331-B4D2-27382878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9A0C2-EE53-485B-942C-F54FF8A55197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Saved status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treatment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CLEANUP_ERROR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 or censored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SEMANTIC_ABORT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 observed outcome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 observed outcome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TIME_LIMIT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 observed outcome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denominator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7E883-93A7-4D33-8669-5DB7E7A1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26480 main controls, 3355 policy requests</a:t>
            </a:r>
          </a:p>
        </p:txBody>
      </p:sp>
    </p:spTree>
    <p:extLst>
      <p:ext uri="{BB962C8B-B14F-4D97-AF65-F5344CB8AC3E}">
        <p14:creationId xmlns:p14="http://schemas.microsoft.com/office/powerpoint/2010/main" val="715335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0E64B-56B8-4500-BF31-0ED32C40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TEST under controlled instruction mismatch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0A01C-7B5F-4D01-A21A-9DFD020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967C1-A4C3-4FA0-AEB4-B8582DFF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F177-BAAE-49A0-957C-57A047161A3A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Metric, all planned C2 units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Wrong-object lift rate bounds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0.0–3.3%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Official success rate bounds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56.7%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53.3–56.7%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Compliant success rate bounds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53.3–56.7%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Semantic aborts observed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63ED7-B587-45E5-8293-B948B5C4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30 planned units per arm. Bounds retain censored cleanup outcomes.</a:t>
            </a:r>
          </a:p>
        </p:txBody>
      </p:sp>
    </p:spTree>
    <p:extLst>
      <p:ext uri="{BB962C8B-B14F-4D97-AF65-F5344CB8AC3E}">
        <p14:creationId xmlns:p14="http://schemas.microsoft.com/office/powerpoint/2010/main" val="1952086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2A223-892C-4F10-8DCE-1B7F330A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Runtime versions and recorded interruptions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079AE-9FA1-4C70-83C9-B336257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D87C1-6687-48F0-A73A-212E68B7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84D3E-000A-4935-9B90-2524DC2C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R008: 0001–0014. R011: 0015–0016.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B1BAF-23C6-4DCA-BF68-9426BB08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R012: 0017–0084 on GPU0. R013: 0085–0120 on GPU1.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3A483-3B70-4AE1-B0B8-860AC734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0010, 0014 and 0016 retain CLEANUP_ERROR and actual exit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01C20-1808-4210-A11E-ACB338C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SSH interrupted the checkpoint after 0092. A new session resumed at 0093.</a:t>
            </a:r>
          </a:p>
        </p:txBody>
      </p:sp>
    </p:spTree>
    <p:extLst>
      <p:ext uri="{BB962C8B-B14F-4D97-AF65-F5344CB8AC3E}">
        <p14:creationId xmlns:p14="http://schemas.microsoft.com/office/powerpoint/2010/main" val="19908381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31FA1-0840-47F8-A2F6-3BD30866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Analysis and measured runtime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67376-4864-4E9B-95D6-2D94CC0D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B31F9-9094-4CB8-8613-7785F70D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C599E-716E-4E2C-BB21-9FE0EA0A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2000 task-stratified init-cluster bootstrap draws, seed 640500.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1C44D-2A57-4802-A55B-3612280A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Inference round-trip: median 111.7 ms, P95 140.1 ms (n=3355).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E6423-595B-4441-8E85-3127967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Recorded monitor-before-execution P95: 156.8 ms (n=1267).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29448-1805-4BEC-90A4-6891884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Three cleanup outcomes stay unknown. Candidate UAR remains N/A.</a:t>
            </a:r>
          </a:p>
        </p:txBody>
      </p:sp>
    </p:spTree>
    <p:extLst>
      <p:ext uri="{BB962C8B-B14F-4D97-AF65-F5344CB8AC3E}">
        <p14:creationId xmlns:p14="http://schemas.microsoft.com/office/powerpoint/2010/main" val="13646324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79607-EEED-46B9-86A5-87695AA3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Limitations and independent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E611B-CCE1-44F5-A914-87C212B8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2BB89-0D37-4592-AED8-1AFDDCBC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03870-4314-4BA2-8F85-6EBD8B99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Three tasks and 30 initialization clusters bound generalization.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3819B-9FCA-449C-871D-2C3D9C97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C2 is a controlled instruction mismatch with a separate trusted TaskSpec.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DB957-226D-4B24-B9D3-46A33FD7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Four code versions and shared GPUs limit timing comparisons.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78CA9-55F0-4CF9-B4D7-7D78BFC8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Simulation at 20 Hz does not establish hard 20 Hz wall-clock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AD381-365B-4D18-AE2A-FD5AAFDF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Independent R3 review and owner course-policy confirmation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895446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42055-D76C-4EBB-8066-B5F0E445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References and source identities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FF9BE-7C2B-4749-B995-69889F93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TEST 120 / 120 COLLECTED / 117 KNOWN / R3 REVIEW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975AD-FC7B-4C36-80B7-48BBDC26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E57E0-E024-461D-A350-7638BD3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Project protocol TASE-002-v1.0, E2 frozen configs and source-bound receipts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E699B-55D4-4C51-A372-AC378448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Isaac-GR00T upstream commit dac54b313160c201c450f97df0fd74ebd379c892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96346-78E6-4E7E-90C7-D1BA6E7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LIBERO commit 8f1084e3132a39270c3a13ebe37270a43ece2a01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1292D-BFED-4071-9B12-FB157BBE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Course project brief, C1 pages 1 and 7–8. Private source retained by owner.</a:t>
            </a:r>
          </a:p>
        </p:txBody>
      </p:sp>
    </p:spTree>
    <p:extLst>
      <p:ext uri="{BB962C8B-B14F-4D97-AF65-F5344CB8AC3E}">
        <p14:creationId xmlns:p14="http://schemas.microsoft.com/office/powerpoint/2010/main" val="1416653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2026-10-25T07:53:22.1170000Z</dcterms:created>
  <dcterms:modified xsi:type="dcterms:W3CDTF">2026-10-25T07:53:22.1170000Z</dcterms:modified>
</coreProperties>
</file>