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7035c7fce437c" /><Relationship Type="http://schemas.openxmlformats.org/officeDocument/2006/relationships/extended-properties" Target="/docProps/app.xml" Id="R7f07c0d74c3e4fae" /><Relationship Type="http://schemas.openxmlformats.org/officeDocument/2006/relationships/officeDocument" Target="/ppt/presentation.xml" Id="Rff35f64ffc61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e4af5eb4e14c76"/>
  </p:sldMasterIdLst>
  <p:notesMasterIdLst>
    <p:notesMasterId xmlns:r="http://schemas.openxmlformats.org/officeDocument/2006/relationships" r:id="R52f302b1b2a74109"/>
  </p:notesMasterIdLst>
  <p:sldIdLst>
    <p:sldId xmlns:r="http://schemas.openxmlformats.org/officeDocument/2006/relationships" id="256" r:id="Rbbbfb1f25e144e75"/>
    <p:sldId xmlns:r="http://schemas.openxmlformats.org/officeDocument/2006/relationships" id="257" r:id="Rda16a863097f4955"/>
    <p:sldId xmlns:r="http://schemas.openxmlformats.org/officeDocument/2006/relationships" id="258" r:id="R73c7aa9e449d41a2"/>
    <p:sldId xmlns:r="http://schemas.openxmlformats.org/officeDocument/2006/relationships" id="259" r:id="R5c40b6db3ea944bf"/>
    <p:sldId xmlns:r="http://schemas.openxmlformats.org/officeDocument/2006/relationships" id="260" r:id="R6c9909e47bb14eb5"/>
    <p:sldId xmlns:r="http://schemas.openxmlformats.org/officeDocument/2006/relationships" id="261" r:id="R9dca578cfb224332"/>
    <p:sldId xmlns:r="http://schemas.openxmlformats.org/officeDocument/2006/relationships" id="262" r:id="R75823ee012d444c6"/>
    <p:sldId xmlns:r="http://schemas.openxmlformats.org/officeDocument/2006/relationships" id="263" r:id="R05e173cb83b44029"/>
    <p:sldId xmlns:r="http://schemas.openxmlformats.org/officeDocument/2006/relationships" id="264" r:id="R160c659696034117"/>
    <p:sldId xmlns:r="http://schemas.openxmlformats.org/officeDocument/2006/relationships" id="265" r:id="Rfc71e1d69965426d"/>
    <p:sldId xmlns:r="http://schemas.openxmlformats.org/officeDocument/2006/relationships" id="266" r:id="R1cde2ea1ce2345bf"/>
    <p:sldId xmlns:r="http://schemas.openxmlformats.org/officeDocument/2006/relationships" id="267" r:id="Re06d7cea066b47af"/>
    <p:sldId xmlns:r="http://schemas.openxmlformats.org/officeDocument/2006/relationships" id="268" r:id="R10483be8ae154b2d"/>
    <p:sldId xmlns:r="http://schemas.openxmlformats.org/officeDocument/2006/relationships" id="269" r:id="R481f71c363914499"/>
    <p:sldId xmlns:r="http://schemas.openxmlformats.org/officeDocument/2006/relationships" id="270" r:id="Rd650b9e88c7d45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b0acb68be4057" /><Relationship Type="http://schemas.openxmlformats.org/officeDocument/2006/relationships/slideMaster" Target="/ppt/slideMasters/slideMaster1.xml" Id="Rf7e4af5eb4e14c76" /><Relationship Type="http://schemas.openxmlformats.org/officeDocument/2006/relationships/notesMaster" Target="/ppt/notesMasters/notesMaster1.xml" Id="R52f302b1b2a74109" /><Relationship Type="http://schemas.openxmlformats.org/officeDocument/2006/relationships/presProps" Target="/ppt/presProps.xml" Id="R732092db418549ba" /><Relationship Type="http://schemas.openxmlformats.org/officeDocument/2006/relationships/tableStyles" Target="/ppt/tableStyles.xml" Id="Rdd2e342db4694170" /><Relationship Type="http://schemas.openxmlformats.org/officeDocument/2006/relationships/slide" Target="/ppt/slides/slide1.xml" Id="Rbbbfb1f25e144e75" /><Relationship Type="http://schemas.openxmlformats.org/officeDocument/2006/relationships/slide" Target="/ppt/slides/slide2.xml" Id="Rda16a863097f4955" /><Relationship Type="http://schemas.openxmlformats.org/officeDocument/2006/relationships/slide" Target="/ppt/slides/slide3.xml" Id="R73c7aa9e449d41a2" /><Relationship Type="http://schemas.openxmlformats.org/officeDocument/2006/relationships/slide" Target="/ppt/slides/slide4.xml" Id="R5c40b6db3ea944bf" /><Relationship Type="http://schemas.openxmlformats.org/officeDocument/2006/relationships/slide" Target="/ppt/slides/slide5.xml" Id="R6c9909e47bb14eb5" /><Relationship Type="http://schemas.openxmlformats.org/officeDocument/2006/relationships/slide" Target="/ppt/slides/slide6.xml" Id="R9dca578cfb224332" /><Relationship Type="http://schemas.openxmlformats.org/officeDocument/2006/relationships/slide" Target="/ppt/slides/slide7.xml" Id="R75823ee012d444c6" /><Relationship Type="http://schemas.openxmlformats.org/officeDocument/2006/relationships/slide" Target="/ppt/slides/slide8.xml" Id="R05e173cb83b44029" /><Relationship Type="http://schemas.openxmlformats.org/officeDocument/2006/relationships/slide" Target="/ppt/slides/slide9.xml" Id="R160c659696034117" /><Relationship Type="http://schemas.openxmlformats.org/officeDocument/2006/relationships/slide" Target="/ppt/slides/slide10.xml" Id="Rfc71e1d69965426d" /><Relationship Type="http://schemas.openxmlformats.org/officeDocument/2006/relationships/slide" Target="/ppt/slides/slide11.xml" Id="R1cde2ea1ce2345bf" /><Relationship Type="http://schemas.openxmlformats.org/officeDocument/2006/relationships/slide" Target="/ppt/slides/slide12.xml" Id="Re06d7cea066b47af" /><Relationship Type="http://schemas.openxmlformats.org/officeDocument/2006/relationships/slide" Target="/ppt/slides/slide13.xml" Id="R10483be8ae154b2d" /><Relationship Type="http://schemas.openxmlformats.org/officeDocument/2006/relationships/slide" Target="/ppt/slides/slide14.xml" Id="R481f71c363914499" /><Relationship Type="http://schemas.openxmlformats.org/officeDocument/2006/relationships/slide" Target="/ppt/slides/slide15.xml" Id="Rd650b9e88c7d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5470dfdac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17d2c25294297" /><Relationship Type="http://schemas.openxmlformats.org/officeDocument/2006/relationships/notesMaster" Target="/ppt/notesMasters/notesMaster1.xml" Id="R0ed6b112430e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6cce004264648" /><Relationship Type="http://schemas.openxmlformats.org/officeDocument/2006/relationships/notesMaster" Target="/ppt/notesMasters/notesMaster1.xml" Id="R3dbf29959d72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9cbd26fb849dc" /><Relationship Type="http://schemas.openxmlformats.org/officeDocument/2006/relationships/notesMaster" Target="/ppt/notesMasters/notesMaster1.xml" Id="Reb519bf8d3d3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972f2887c49de" /><Relationship Type="http://schemas.openxmlformats.org/officeDocument/2006/relationships/notesMaster" Target="/ppt/notesMasters/notesMaster1.xml" Id="Rbf946c725fde4c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4ae6a6dad4f54" /><Relationship Type="http://schemas.openxmlformats.org/officeDocument/2006/relationships/notesMaster" Target="/ppt/notesMasters/notesMaster1.xml" Id="R4cca48cb11ef48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6f6c1abc74bc0" /><Relationship Type="http://schemas.openxmlformats.org/officeDocument/2006/relationships/notesMaster" Target="/ppt/notesMasters/notesMaster1.xml" Id="R387971ee2eb1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b80bc383fd49f6" /><Relationship Type="http://schemas.openxmlformats.org/officeDocument/2006/relationships/notesMaster" Target="/ppt/notesMasters/notesMaster1.xml" Id="R81328eb84cda43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d0bd37b48242f2" /><Relationship Type="http://schemas.openxmlformats.org/officeDocument/2006/relationships/notesMaster" Target="/ppt/notesMasters/notesMaster1.xml" Id="Re3a5f269be69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a8c5e950b42c3" /><Relationship Type="http://schemas.openxmlformats.org/officeDocument/2006/relationships/notesMaster" Target="/ppt/notesMasters/notesMaster1.xml" Id="R8b3c0f10a4134f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7a7f04c83549f6" /><Relationship Type="http://schemas.openxmlformats.org/officeDocument/2006/relationships/notesMaster" Target="/ppt/notesMasters/notesMaster1.xml" Id="R1fa6360500cd42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c6782069714de7" /><Relationship Type="http://schemas.openxmlformats.org/officeDocument/2006/relationships/notesMaster" Target="/ppt/notesMasters/notesMaster1.xml" Id="Reb4d1d063ec84f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040c8043904378" /><Relationship Type="http://schemas.openxmlformats.org/officeDocument/2006/relationships/notesMaster" Target="/ppt/notesMasters/notesMaster1.xml" Id="R1455ae5ab14d48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e22cfc9fa461b" /><Relationship Type="http://schemas.openxmlformats.org/officeDocument/2006/relationships/notesMaster" Target="/ppt/notesMasters/notesMaster1.xml" Id="Rb982e99ad7d54b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f481ad67ba495d" /><Relationship Type="http://schemas.openxmlformats.org/officeDocument/2006/relationships/notesMaster" Target="/ppt/notesMasters/notesMaster1.xml" Id="R4e8d0c902f3a4d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d0a6e5e8fd4ed3" /><Relationship Type="http://schemas.openxmlformats.org/officeDocument/2006/relationships/notesMaster" Target="/ppt/notesMasters/notesMaster1.xml" Id="Rd5a494e60e234a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https://github.com/Leo-6-maker/Task-Authorized-Selective-Execution-for-GR00T-N1.7/blob/codex/25-r012-test/reports/E2/R012/RESOURCE_STOP_HANDOFF.md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https://github.com/Leo-6-maker/Task-Authorized-Selective-Execution-for-GR00T-N1.7/blob/codex/25-r012-test/docs/PROJECT_PLAN.md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https://github.com/Leo-6-maker/Task-Authorized-Selective-Execution-for-GR00T-N1.7/blob/codex/25-r012-test/tase/e2_context.py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https://github.com/Leo-6-maker/Task-Authorized-Selective-Execution-for-GR00T-N1.7/blob/codex/25-r012-test/configs/e2_test.json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https://github.com/Leo-6-maker/Task-Authorized-Selective-Execution-for-GR00T-N1.7/blob/codex/25-r012-test/tase/gate_features.py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https://github.com/Leo-6-maker/Task-Authorized-Selective-Execution-for-GR00T-N1.7/blob/codex/25-r012-test/tase/event_oracle.py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https://github.com/Leo-6-maker/Task-Authorized-Selective-Execution-for-GR00T-N1.7/blob/codex/25-r012-test/tase/e2_context.py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https://github.com/Leo-6-maker/Task-Authorized-Selective-Execution-for-GR00T-N1.7/blob/codex/25-r012-test/configs/e2_splits.json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https://github.com/Leo-6-maker/Task-Authorized-Selective-Execution-for-GR00T-N1.7/blob/codex/25-r012-test/reports/E2/calibration_report.md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https://github.com/Leo-6-maker/Task-Authorized-Selective-Execution-for-GR00T-N1.7/blob/codex/25-r012-test/reports/E2/R012/checkpoint0084/review/attempt_ledger_120.json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https://github.com/Leo-6-maker/Task-Authorized-Selective-Execution-for-GR00T-N1.7/blob/codex/25-r012-test/reports/E2/R012/checkpoint0084/review/final_frozen_audit.json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https://github.com/Leo-6-maker/Task-Authorized-Selective-Execution-for-GR00T-N1.7/blob/codex/25-r012-test/reports/E2/R012/RESOURCE_STOP_HANDOFF.md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https://github.com/Leo-6-maker/Task-Authorized-Selective-Execution-for-GR00T-N1.7/blob/codex/25-r012-test/scripts/e2_audit_test.py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https://github.com/Leo-6-maker/Task-Authorized-Selective-Execution-for-GR00T-N1.7/blob/codex/25-r012-test/reports/E2/R012/RESOURCE_STOP_HANDOFF.md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Partial84 acquisition draft as of2026-10-25 SGT. Independent R3 review pending. Unstarted units and3 historical cleanup outcomes remain unknown. Sources: https://github.com/Leo-6-maker/Task-Authorized-Selective-Execution-for-GR00T-N1.7/blob/codex/25-r012-test/docs/SOURCES.md</a:t>
            </a:r>
          </a:p>
          <a:p xmlns:a="http://schemas.openxmlformats.org/drawingml/2006/main">
            <a:r>
              <a:t>https://github.com/NVIDIA/Isaac-GR00T</a:t>
            </a:r>
          </a:p>
          <a:p xmlns:a="http://schemas.openxmlformats.org/drawingml/2006/main">
            <a:r>
              <a:t>https://github.com/Lifelong-Robot-Learning/LIBERO</a:t>
            </a:r>
          </a:p>
          <a:p xmlns:a="http://schemas.openxmlformats.org/drawingml/2006/main">
            <a:r>
              <a:t>Course requirements described in docs/SOURCES.md. Original course PDF is not republished. AI-assisted implementation and drafting require owner disclosure in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a2ecd3edc46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e72a8aac241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7ce7e2f7648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61693f3cb49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85c4991d243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65ed26a9c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95F412-E125-4784-A8E4-78420F5CB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ADCA3D-5841-4805-B37A-4D4C764123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791234-E03A-4934-A482-651686D55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501B55-77A1-4905-BDF7-CC3C26E33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404C01-DDE7-448C-A824-FBB2F0F3F4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79C11B-0FD4-484F-B661-6370AC819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D5858E-AB1F-429D-AC14-74494A87C2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B3153D-43DF-4A7C-96F2-39F22FB146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CF6A6-A6A8-48B7-A96C-3EE0AA520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279951-58D4-4B46-81E0-89D7977E3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75ba99487543ca" /><Relationship Type="http://schemas.openxmlformats.org/officeDocument/2006/relationships/slideLayout" Target="/ppt/slideLayouts/slideLayout1.xml" Id="R00027ed596fe4a84" /><Relationship Type="http://schemas.openxmlformats.org/officeDocument/2006/relationships/slideLayout" Target="/ppt/slideLayouts/slideLayout2.xml" Id="R38491da7619f4aad" /><Relationship Type="http://schemas.openxmlformats.org/officeDocument/2006/relationships/slideLayout" Target="/ppt/slideLayouts/slideLayout3.xml" Id="Rdba228c1478641d1" /><Relationship Type="http://schemas.openxmlformats.org/officeDocument/2006/relationships/slideLayout" Target="/ppt/slideLayouts/slideLayout4.xml" Id="R0d3313596a104517" /><Relationship Type="http://schemas.openxmlformats.org/officeDocument/2006/relationships/slideLayout" Target="/ppt/slideLayouts/slideLayout5.xml" Id="R1ddaaf2aea974c87" /><Relationship Type="http://schemas.openxmlformats.org/officeDocument/2006/relationships/slideLayout" Target="/ppt/slideLayouts/slideLayout6.xml" Id="R7ff674756e9a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27ed596fe4a84"/>
    <p:sldLayoutId xmlns:r="http://schemas.openxmlformats.org/officeDocument/2006/relationships" id="2147483650" r:id="R38491da7619f4aad"/>
    <p:sldLayoutId xmlns:r="http://schemas.openxmlformats.org/officeDocument/2006/relationships" id="2147483651" r:id="Rdba228c1478641d1"/>
    <p:sldLayoutId xmlns:r="http://schemas.openxmlformats.org/officeDocument/2006/relationships" id="2147483652" r:id="R0d3313596a104517"/>
    <p:sldLayoutId xmlns:r="http://schemas.openxmlformats.org/officeDocument/2006/relationships" id="2147483653" r:id="R1ddaaf2aea974c87"/>
    <p:sldLayoutId xmlns:r="http://schemas.openxmlformats.org/officeDocument/2006/relationships" id="2147483654" r:id="R7ff674756e9a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a92b5513f406c" /><Relationship Type="http://schemas.openxmlformats.org/officeDocument/2006/relationships/image" Target="/ppt/media/image.png" Id="Ra3f0fff85afe4c20" /><Relationship Type="http://schemas.openxmlformats.org/officeDocument/2006/relationships/notesSlide" Target="/ppt/notesSlides/notesSlide1.xml" Id="R5d9f0ce8c346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91485b33f4c33" /><Relationship Type="http://schemas.openxmlformats.org/officeDocument/2006/relationships/notesSlide" Target="/ppt/notesSlides/notesSlide2.xml" Id="Rbfd93d809689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2330b28a64c48" /><Relationship Type="http://schemas.openxmlformats.org/officeDocument/2006/relationships/notesSlide" Target="/ppt/notesSlides/notesSlide3.xml" Id="R7be444a98b3947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41938ed4b457e" /><Relationship Type="http://schemas.openxmlformats.org/officeDocument/2006/relationships/notesSlide" Target="/ppt/notesSlides/notesSlide4.xml" Id="R6a959568c38d4e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a5f22220542cf" /><Relationship Type="http://schemas.openxmlformats.org/officeDocument/2006/relationships/notesSlide" Target="/ppt/notesSlides/notesSlide5.xml" Id="Rf177f396144f46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0fbc5fa114c46" /><Relationship Type="http://schemas.openxmlformats.org/officeDocument/2006/relationships/notesSlide" Target="/ppt/notesSlides/notesSlide6.xml" Id="R40cd8b8c6559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dba39ff8740be" /><Relationship Type="http://schemas.openxmlformats.org/officeDocument/2006/relationships/notesSlide" Target="/ppt/notesSlides/notesSlide7.xml" Id="Ra7f6e3772c4b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173ae832a4208" /><Relationship Type="http://schemas.openxmlformats.org/officeDocument/2006/relationships/notesSlide" Target="/ppt/notesSlides/notesSlide8.xml" Id="Rcc2414500f4b4f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75b87504240a6" /><Relationship Type="http://schemas.openxmlformats.org/officeDocument/2006/relationships/notesSlide" Target="/ppt/notesSlides/notesSlide9.xml" Id="Ra2c0e9f4f0d04b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5113623dc404d" /><Relationship Type="http://schemas.openxmlformats.org/officeDocument/2006/relationships/notesSlide" Target="/ppt/notesSlides/notesSlide10.xml" Id="R8f2bbb671f2447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47ea3276e433f" /><Relationship Type="http://schemas.openxmlformats.org/officeDocument/2006/relationships/notesSlide" Target="/ppt/notesSlides/notesSlide11.xml" Id="R6d1396cf42394f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f6dc1aa7d4a5e" /><Relationship Type="http://schemas.openxmlformats.org/officeDocument/2006/relationships/notesSlide" Target="/ppt/notesSlides/notesSlide12.xml" Id="Rc2e5b6983fc645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8f1ee733943c5" /><Relationship Type="http://schemas.openxmlformats.org/officeDocument/2006/relationships/notesSlide" Target="/ppt/notesSlides/notesSlide13.xml" Id="R04dd007192dc40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ca5a9182d4f1b" /><Relationship Type="http://schemas.openxmlformats.org/officeDocument/2006/relationships/notesSlide" Target="/ppt/notesSlides/notesSlide14.xml" Id="R98ee793fb3424b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1fe7ff67f4f52" /><Relationship Type="http://schemas.openxmlformats.org/officeDocument/2006/relationships/notesSlide" Target="/ppt/notesSlides/notesSlide15.xml" Id="Rd5952ac0fa354e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2A085-5DB9-40D8-8061-DDFBE61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Task-authorized execution for GR00T N1.7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52E8-9E81-431E-A191-3AB3860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C0043-EC0A-4DD7-9C95-C04B961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DB8D-6C0A-45BC-8F9F-ED98E5D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Native LIBERO-Object runtime Safety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2BAEE-8EC3-479E-9F26-7D1CFC1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ME6401 Part 2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TEST evidence review draft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25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D5B2F-6C0D-4B6F-884A-7DC63E2F7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0fff85afe4c20"/>
          <a:stretch xmlns:a="http://schemas.openxmlformats.org/drawingml/2006/main"/>
        </p:blipFill>
        <p:spPr>
          <a:xfrm xmlns:a="http://schemas.openxmlformats.org/drawingml/2006/main">
            <a:off x="6191250" y="2153543"/>
            <a:ext cx="5381625" cy="3027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3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F7FCC-919B-4BB7-818D-D6AFF609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8F6DA-8371-4D78-A11A-EDF7FCC6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58F2-60B9-4BF0-946E-C29A56F4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92EDC-B8C1-41F8-AE0B-D20F085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One native GR00T N1.7 policy and LIBERO Panda simulator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96DFB-02E5-4EF7-A7E4-8C4CF798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object-placement tasks with a trusted task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81AF6-66AA-436A-8441-F7343A8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An external Gate permits or blocks the next action prefix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03C1A-1F98-4640-BDD3-9EDD7FD0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Simulation evidence only. No training, WBC or real robot.</a:t>
            </a:r>
          </a:p>
        </p:txBody>
      </p:sp>
    </p:spTree>
    <p:extLst>
      <p:ext uri="{BB962C8B-B14F-4D97-AF65-F5344CB8AC3E}">
        <p14:creationId xmlns:p14="http://schemas.microsoft.com/office/powerpoint/2010/main" val="410845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C6E3A-707F-4CEC-9D82-B003C01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 authorization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E1EBF-5000-4CEF-B54A-31C59B5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0B2A-A73F-4770-97F2-0DF8DBB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93D8A-0F17-442B-9B34-A9610C7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TaskSpec records the authorized target and basket.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2FBD4-9469-4C5A-BD18-047CFDD0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policy receives the actual language instruction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D4F5-5D28-49A4-81BD-FEB57F39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C0 uses the matching instruction. C2 uses a fixed wrong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85FE3-274E-4A88-9790-0373EFF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Gate receives contact history and the trusted target.</a:t>
            </a:r>
          </a:p>
        </p:txBody>
      </p:sp>
    </p:spTree>
    <p:extLst>
      <p:ext uri="{BB962C8B-B14F-4D97-AF65-F5344CB8AC3E}">
        <p14:creationId xmlns:p14="http://schemas.microsoft.com/office/powerpoint/2010/main" val="1916047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8689-46D3-4842-9626-35EBB8B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Native control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C49BD-1A0F-44F7-9E5C-909DC98F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2B9A0-84D1-4B1C-8AA8-211BE905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E143-251F-45E2-8EDF-8B99A5EB1A47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element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Frozen value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Policy output horizon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raw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Checked and executed prefix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 to 8 native controls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Episode control cap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720 main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Reset and simulation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settling controls, 20 Hz simulator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409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C1DD0-93C9-4EA7-BF73-AFDE0834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Predicted non-target grasp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E05C8-3969-4B19-B61B-137EA76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C23E5-7F1B-4D43-B6C6-2A808413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F646-639A-4209-BF4B-CBF2FCA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Shadow predicts the same candidate prefix in an isolated clone.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CE5F1-84D2-4F20-A398-F41C2F2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Both fingers touching a non-target for k=3 controls triggers rejection.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989D2-BC01-45C5-BF63-D7B67E9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ACCEPT executes the exact inspected native prefix.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F03ED-BEDB-4848-9CAB-41D2918C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REJECT or ERROR executes zero controls and ends the episode.</a:t>
            </a:r>
          </a:p>
        </p:txBody>
      </p:sp>
    </p:spTree>
    <p:extLst>
      <p:ext uri="{BB962C8B-B14F-4D97-AF65-F5344CB8AC3E}">
        <p14:creationId xmlns:p14="http://schemas.microsoft.com/office/powerpoint/2010/main" val="1820240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5B70F-FAD2-41C5-BE7B-97ED353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Independent wrong-object lift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96E6E-B7F0-4168-8855-4C10448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C2F39-75C1-4A5A-A707-956765E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EDE51-347C-48FD-8B76-7CA06F2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evaluation oracle uses actual physical frames.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BEAB-E5C3-405D-B5DE-684A8AFF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Lift threshold 0.02 m, sustained for 2 control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E6C67-3635-4528-B680-DFD0514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Grasp and relative-motion evidence constrain valid lift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58D12-EEBD-4E86-87A1-34A9A22B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oracle never supplies the Gate score or its risk input.</a:t>
            </a:r>
          </a:p>
        </p:txBody>
      </p:sp>
    </p:spTree>
    <p:extLst>
      <p:ext uri="{BB962C8B-B14F-4D97-AF65-F5344CB8AC3E}">
        <p14:creationId xmlns:p14="http://schemas.microsoft.com/office/powerpoint/2010/main" val="1414217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22B2A-57EA-49E1-AA53-2A31BFFD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Shadow consistency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0520E-BC54-4071-BD06-65AF356C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2F64-3FC1-45C0-994E-D12C886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2DF78-C5AB-483C-9997-FA6A6C3F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clone restores a full snapshot before each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EAA49-203A-4F60-9A82-20A1C05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Main-state and policy-RNG guards check noninterference.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50CA5-99EC-4E9A-9BFF-99CF2C8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Raw actions and converted controls retain their original identities.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B64FE-1A38-4687-977D-1F773A8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Checks compare accepted predictions with the actual state prefix.</a:t>
            </a:r>
          </a:p>
        </p:txBody>
      </p:sp>
    </p:spTree>
    <p:extLst>
      <p:ext uri="{BB962C8B-B14F-4D97-AF65-F5344CB8AC3E}">
        <p14:creationId xmlns:p14="http://schemas.microsoft.com/office/powerpoint/2010/main" val="2002452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79F0F-0F9C-4DC1-8DB0-BD48D34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Frozen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23901-D34F-4449-A84E-54381432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85BAE-3D7A-4551-A12B-DAD0B1B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B5209-9C4A-48AD-A126-5589B9E519A8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785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Initialization indices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0–1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 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2–5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 attempts, choose k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6–15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fixed planned units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3697C-A8EA-4444-9D76-97168A6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TEST = 3 tasks × 10 initializations × 2 conditions × 2 systems</a:t>
            </a:r>
          </a:p>
        </p:txBody>
      </p:sp>
    </p:spTree>
    <p:extLst>
      <p:ext uri="{BB962C8B-B14F-4D97-AF65-F5344CB8AC3E}">
        <p14:creationId xmlns:p14="http://schemas.microsoft.com/office/powerpoint/2010/main" val="648453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60932-D3EF-409E-A337-272D5D2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Calibration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77BDD-B305-4082-A4A8-2C882EFF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901B7-136A-40E7-9F82-C3E9980E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09BB-DE68-4379-A596-E39EF97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48 CALIB attempts produced 24 B0/G pairs.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1728D-1A89-4933-89A0-5DCC6EE8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 the 12 C2 pairs, wrong-object lift changed from 4 to 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B53F3-79FB-48CD-A398-853490C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Official task success was 8/12 in both C2 arms.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8E9A4-E334-407E-9562-08376267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CALIB selected k = 3. TEST uses a separate frozen split.</a:t>
            </a:r>
          </a:p>
        </p:txBody>
      </p:sp>
    </p:spTree>
    <p:extLst>
      <p:ext uri="{BB962C8B-B14F-4D97-AF65-F5344CB8AC3E}">
        <p14:creationId xmlns:p14="http://schemas.microsoft.com/office/powerpoint/2010/main" val="2074212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F5F73-465A-494C-84CE-DDAEDE3B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Frozen TEST attempt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59244-53F2-4E93-B0A2-D5529E0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8D380-7663-4085-87DE-9B28075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E0721-0C0E-4846-9663-6DA6F10DF26B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Saved status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treatment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CLEANUP_ERROR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 or censored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NOT_STARTED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Unobserved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SEMANTIC_ABORT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TIME_LIMIT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total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denominator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EC180-5BA2-4205-9992-C7E56888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16494 main controls, 2097 policy requests</a:t>
            </a:r>
          </a:p>
        </p:txBody>
      </p:sp>
    </p:spTree>
    <p:extLst>
      <p:ext uri="{BB962C8B-B14F-4D97-AF65-F5344CB8AC3E}">
        <p14:creationId xmlns:p14="http://schemas.microsoft.com/office/powerpoint/2010/main" val="335403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C3DA6-C10C-44E2-A51F-D9CFF290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TEST under controlled instruction mismatch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CB0CC-3B52-4443-B724-FBBB821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BF93-F00C-4D6D-9602-8782CEB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6C5DE-CB42-4929-96CF-FF1FA8052CBF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Metric, all planned C2 units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Wrong-object lift rate bounds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33.3–63.3%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0.0–33.3%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Official success rate bounds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36.7–66.7%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33.3–66.7%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Compliant success rate bounds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36.7–66.7%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33.3–66.7%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Semantic aborts observed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AEA5A-A3F6-4A12-BA77-E533CF8F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30 planned units per arm. Bounds retain unstarted and cleanup outcomes.</a:t>
            </a:r>
          </a:p>
        </p:txBody>
      </p:sp>
    </p:spTree>
    <p:extLst>
      <p:ext uri="{BB962C8B-B14F-4D97-AF65-F5344CB8AC3E}">
        <p14:creationId xmlns:p14="http://schemas.microsoft.com/office/powerpoint/2010/main" val="1407399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15172-C895-43F8-AD0E-DD6E0EB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Runtime versions and the resource stop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C2F9B-6323-4F59-86EC-39EDED9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9A53D-A8D1-4A53-A2A2-799B5BEE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A1D74-AA14-4989-8F2C-8FAB53AB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R008 acquired 0001–0014. R011 acquired 0015–0016.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2488F-0B50-408C-814B-341F8C1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R012 acquired 0017–0084. Its 0018 native lifecycle checkpoint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DE787-9FA2-4BFE-A674-B19D58F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0010, 0014 and 0016 retain CLEANUP_ERROR and actual exit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B709C-DF42-488D-B89B-72FBD254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 GPU resource change stopped execution before 0085 reservation.</a:t>
            </a:r>
          </a:p>
        </p:txBody>
      </p:sp>
    </p:spTree>
    <p:extLst>
      <p:ext uri="{BB962C8B-B14F-4D97-AF65-F5344CB8AC3E}">
        <p14:creationId xmlns:p14="http://schemas.microsoft.com/office/powerpoint/2010/main" val="948807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DD498-FA81-4DD1-9EE4-759521DF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Analysis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66AA0-FA21-47AA-8398-85AFEF2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E8C84-CC10-479F-A144-2C331CF8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6C658-E0C4-4B9B-BDE9-58C4F46B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All 120 planned units remain in the reported denominator.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AA16B-6A3B-4D17-8A81-CE772529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Paired cluster bootstrap uses 2000 draws and seed 640500.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A98F4-5F41-4E80-BBFC-2272640F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Unknown outcomes receive bounds. Three cleanup errors stay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5CF96-78AE-4F2D-9D14-BA2EB7A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Candidate UAR remains N/A without its audited event denominator.</a:t>
            </a:r>
          </a:p>
        </p:txBody>
      </p:sp>
    </p:spTree>
    <p:extLst>
      <p:ext uri="{BB962C8B-B14F-4D97-AF65-F5344CB8AC3E}">
        <p14:creationId xmlns:p14="http://schemas.microsoft.com/office/powerpoint/2010/main" val="6133894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E2859-8361-4801-97D3-3AA67552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Limitations and independent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2FD46-2202-437E-A692-F88F8DC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7E539-A938-4871-A728-860718A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14E48-1CCC-40B1-B67E-8972544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LIBERO tasks and 30 planned init clusters bound generalization.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A071-313B-4AB8-84DB-6A224E3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C2 uses controlled mismatch. Shared GPU use limits timing comparisons.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5B89-2123-4C30-83FE-5005072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36 TEST units remain unstarted. 0085 needs a fresh resource preflight.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4C731-3F6B-42D8-8B4F-F462CD6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Independent R3 and final course-policy confirmation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8414673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5AECC-96E6-4323-9B63-B1D0B96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References and source identities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E9595-3E82-478F-9578-DB2A38F1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PARTIAL TEST 84 / 120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A7BC-01E0-4514-9742-A59C3090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E5901-EE50-4D06-86A0-AFDCF8C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Project protocol TASE-002-v1.0, E2 frozen configs and source-bound receipts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C9A64-84C8-45EB-9D72-A019C56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Isaac-GR00T upstream commit dac54b313160c201c450f97df0fd74ebd379c892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CC279-1CE8-44DF-8E2A-BBD6357A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LIBERO commit 8f1084e3132a39270c3a13ebe37270a43ece2a01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BCD80-5657-4C71-A90D-8ED1C189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Course project brief, C1 pages 1 and 7–8. Private source retained by owner.</a:t>
            </a:r>
          </a:p>
        </p:txBody>
      </p:sp>
    </p:spTree>
    <p:extLst>
      <p:ext uri="{BB962C8B-B14F-4D97-AF65-F5344CB8AC3E}">
        <p14:creationId xmlns:p14="http://schemas.microsoft.com/office/powerpoint/2010/main" val="1894940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2026-10-25T02:15:42.3110000Z</dcterms:created>
  <dcterms:modified xsi:type="dcterms:W3CDTF">2026-10-25T02:15:42.3110000Z</dcterms:modified>
</coreProperties>
</file>